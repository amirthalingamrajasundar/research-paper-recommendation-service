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8"/>
  </p:notesMasterIdLst>
  <p:sldIdLst>
    <p:sldId id="2561" r:id="rId5"/>
    <p:sldId id="2562" r:id="rId6"/>
    <p:sldId id="2564" r:id="rId7"/>
    <p:sldId id="2565" r:id="rId8"/>
    <p:sldId id="2567" r:id="rId9"/>
    <p:sldId id="2582" r:id="rId10"/>
    <p:sldId id="2587" r:id="rId11"/>
    <p:sldId id="2584" r:id="rId12"/>
    <p:sldId id="2585" r:id="rId13"/>
    <p:sldId id="2586" r:id="rId14"/>
    <p:sldId id="2595" r:id="rId15"/>
    <p:sldId id="2590" r:id="rId16"/>
    <p:sldId id="2588" r:id="rId17"/>
    <p:sldId id="2576" r:id="rId18"/>
    <p:sldId id="2580" r:id="rId19"/>
    <p:sldId id="2568" r:id="rId20"/>
    <p:sldId id="2575" r:id="rId21"/>
    <p:sldId id="2569" r:id="rId22"/>
    <p:sldId id="2591" r:id="rId23"/>
    <p:sldId id="2592" r:id="rId24"/>
    <p:sldId id="2593" r:id="rId25"/>
    <p:sldId id="2594" r:id="rId26"/>
    <p:sldId id="1826"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Research Paper Recommendation using Fine-Tuned Sentence Transformer" id="{2F9465A2-FBED-4965-B5A9-4CCBA324CEFF}">
          <p14:sldIdLst>
            <p14:sldId id="2561"/>
          </p14:sldIdLst>
        </p14:section>
        <p14:section name="Business understanding" id="{A724326A-41A2-4188-929F-C912A0A15F44}">
          <p14:sldIdLst>
            <p14:sldId id="2562"/>
            <p14:sldId id="2564"/>
          </p14:sldIdLst>
        </p14:section>
        <p14:section name="Data Undestanding" id="{ACF023C3-18D0-4556-A7E9-89C9F3D6193C}">
          <p14:sldIdLst>
            <p14:sldId id="2565"/>
            <p14:sldId id="2567"/>
          </p14:sldIdLst>
        </p14:section>
        <p14:section name="Data Preparation" id="{768B9B03-EEEC-8245-B801-DB8C87887CD4}">
          <p14:sldIdLst>
            <p14:sldId id="2582"/>
          </p14:sldIdLst>
        </p14:section>
        <p14:section name="Modelling" id="{E935AF8A-51BF-42CE-B6A4-68F70B18ECA3}">
          <p14:sldIdLst>
            <p14:sldId id="2587"/>
            <p14:sldId id="2584"/>
            <p14:sldId id="2585"/>
            <p14:sldId id="2586"/>
            <p14:sldId id="2595"/>
            <p14:sldId id="2590"/>
          </p14:sldIdLst>
        </p14:section>
        <p14:section name="Evaluation" id="{80D83F7D-562E-4D2B-B19A-77E08525F2FB}">
          <p14:sldIdLst>
            <p14:sldId id="2588"/>
            <p14:sldId id="2576"/>
            <p14:sldId id="2580"/>
          </p14:sldIdLst>
        </p14:section>
        <p14:section name="Deployment" id="{40707FB4-5887-42B9-B540-17E32F9262CC}">
          <p14:sldIdLst>
            <p14:sldId id="2568"/>
            <p14:sldId id="2575"/>
            <p14:sldId id="2569"/>
          </p14:sldIdLst>
        </p14:section>
        <p14:section name="Design Decisions, Future Work, and Conclusion" id="{73F7CE4C-A517-4FE1-B7CF-EDC4915A4F60}">
          <p14:sldIdLst>
            <p14:sldId id="2591"/>
            <p14:sldId id="2592"/>
            <p14:sldId id="2593"/>
            <p14:sldId id="2594"/>
            <p14:sldId id="182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3BD429-A57B-18B6-C1C0-2A8122BCB0F1}" v="729" dt="2025-12-02T11:46:47.536"/>
    <p1510:client id="{244DF39D-DA23-124F-9FEC-96A88A772262}" v="82" dt="2025-12-01T10:30:01.334"/>
    <p1510:client id="{3B0D4C95-001A-5EB5-DD9B-030BF7964748}" v="2923" dt="2025-12-02T08:28:50.102"/>
    <p1510:client id="{84E69DB0-2DB0-4173-B9ED-C7303E8C40AF}" v="21" dt="2025-11-30T13:11:30.696"/>
    <p1510:client id="{88AF4561-C4BD-0FD9-644B-154EE1BC8BF4}" v="32" dt="2025-12-02T11:52:44.871"/>
    <p1510:client id="{9DDED809-9263-5F99-0F00-2EB01497AE09}" v="33" dt="2025-11-30T13:25:52.381"/>
    <p1510:client id="{A55839AD-3E09-EA42-0C27-1FB447367217}" v="122" dt="2025-12-02T11:46:27.97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3556"/>
  </p:normalViewPr>
  <p:slideViewPr>
    <p:cSldViewPr snapToGrid="0">
      <p:cViewPr varScale="1">
        <p:scale>
          <a:sx n="65" d="100"/>
          <a:sy n="65" d="100"/>
        </p:scale>
        <p:origin x="63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viewProps" Target="viewProp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0BD668-28B0-4BDC-85A9-EE82A6D030E6}" type="datetimeFigureOut">
              <a:t>12/2/25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FF791F-E78E-4242-AEBD-CAD577EB4A5B}" type="slidenum">
              <a:t>‹#›</a:t>
            </a:fld>
            <a:endParaRPr lang="en-US"/>
          </a:p>
        </p:txBody>
      </p:sp>
    </p:spTree>
    <p:extLst>
      <p:ext uri="{BB962C8B-B14F-4D97-AF65-F5344CB8AC3E}">
        <p14:creationId xmlns:p14="http://schemas.microsoft.com/office/powerpoint/2010/main" val="3624774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4A79CD97-9DA7-44F5-81EE-75AB40929FE6}" type="slidenum">
              <a:t>1</a:t>
            </a:fld>
            <a:endParaRPr lang="en-US"/>
          </a:p>
        </p:txBody>
      </p:sp>
    </p:spTree>
    <p:extLst>
      <p:ext uri="{BB962C8B-B14F-4D97-AF65-F5344CB8AC3E}">
        <p14:creationId xmlns:p14="http://schemas.microsoft.com/office/powerpoint/2010/main" val="40534524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Project Overview, Problem Statement</a:t>
            </a:r>
          </a:p>
        </p:txBody>
      </p:sp>
      <p:sp>
        <p:nvSpPr>
          <p:cNvPr id="4" name="Slide Number Placeholder 3"/>
          <p:cNvSpPr>
            <a:spLocks noGrp="1"/>
          </p:cNvSpPr>
          <p:nvPr>
            <p:ph type="sldNum" sz="quarter" idx="5"/>
          </p:nvPr>
        </p:nvSpPr>
        <p:spPr/>
        <p:txBody>
          <a:bodyPr/>
          <a:lstStyle/>
          <a:p>
            <a:fld id="{4A79CD97-9DA7-44F5-81EE-75AB40929FE6}" type="slidenum">
              <a:t>2</a:t>
            </a:fld>
            <a:endParaRPr lang="en-US"/>
          </a:p>
        </p:txBody>
      </p:sp>
    </p:spTree>
    <p:extLst>
      <p:ext uri="{BB962C8B-B14F-4D97-AF65-F5344CB8AC3E}">
        <p14:creationId xmlns:p14="http://schemas.microsoft.com/office/powerpoint/2010/main" val="39053377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Researchers often face challenges in finding relevant academic papers efficiently. Traditional keyword-based search methods fail to capture semantic meaning, leading to incomplete or irrelevant results. The growing volume of research papers exacerbates this problem, making manual discovery impractical. There is a clear need for a system that understands context and semantics, enabling accurate recommendations and search capabilities. By implementing a fine-tuned sentence transformer model, this project aims to bridge the gap between user intent and paper content, providing a more intuitive and effective research experience.</a:t>
            </a:r>
          </a:p>
        </p:txBody>
      </p:sp>
      <p:sp>
        <p:nvSpPr>
          <p:cNvPr id="4" name="Slide Number Placeholder 3"/>
          <p:cNvSpPr>
            <a:spLocks noGrp="1"/>
          </p:cNvSpPr>
          <p:nvPr>
            <p:ph type="sldNum" sz="quarter" idx="5"/>
          </p:nvPr>
        </p:nvSpPr>
        <p:spPr/>
        <p:txBody>
          <a:bodyPr/>
          <a:lstStyle/>
          <a:p>
            <a:fld id="{4A79CD97-9DA7-44F5-81EE-75AB40929FE6}" type="slidenum">
              <a:t>3</a:t>
            </a:fld>
            <a:endParaRPr lang="en-US"/>
          </a:p>
        </p:txBody>
      </p:sp>
    </p:spTree>
    <p:extLst>
      <p:ext uri="{BB962C8B-B14F-4D97-AF65-F5344CB8AC3E}">
        <p14:creationId xmlns:p14="http://schemas.microsoft.com/office/powerpoint/2010/main" val="15579508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Project Objectives, Dataset Details</a:t>
            </a:r>
          </a:p>
        </p:txBody>
      </p:sp>
      <p:sp>
        <p:nvSpPr>
          <p:cNvPr id="4" name="Slide Number Placeholder 3"/>
          <p:cNvSpPr>
            <a:spLocks noGrp="1"/>
          </p:cNvSpPr>
          <p:nvPr>
            <p:ph type="sldNum" sz="quarter" idx="5"/>
          </p:nvPr>
        </p:nvSpPr>
        <p:spPr/>
        <p:txBody>
          <a:bodyPr/>
          <a:lstStyle/>
          <a:p>
            <a:fld id="{4A79CD97-9DA7-44F5-81EE-75AB40929FE6}" type="slidenum">
              <a:t>4</a:t>
            </a:fld>
            <a:endParaRPr lang="en-US"/>
          </a:p>
        </p:txBody>
      </p:sp>
    </p:spTree>
    <p:extLst>
      <p:ext uri="{BB962C8B-B14F-4D97-AF65-F5344CB8AC3E}">
        <p14:creationId xmlns:p14="http://schemas.microsoft.com/office/powerpoint/2010/main" val="10543153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dataset used in this project is sourced from ArXiv metadata, which originally contains approximately 2 million papers. For efficient processing and iteration, a balanced sample of 100,000 papers was selected, ensuring diversity across categories with a maximum of 2,000 papers per category. Each paper's title and abstract were concatenated to form the text input for the models, providing rich semantic content without the complexity of full-text processing. This sampling strategy allows for faster experimentation while maintaining representative coverage of research domains.</a:t>
            </a:r>
          </a:p>
        </p:txBody>
      </p:sp>
      <p:sp>
        <p:nvSpPr>
          <p:cNvPr id="4" name="Slide Number Placeholder 3"/>
          <p:cNvSpPr>
            <a:spLocks noGrp="1"/>
          </p:cNvSpPr>
          <p:nvPr>
            <p:ph type="sldNum" sz="quarter" idx="5"/>
          </p:nvPr>
        </p:nvSpPr>
        <p:spPr/>
        <p:txBody>
          <a:bodyPr/>
          <a:lstStyle/>
          <a:p>
            <a:fld id="{4A79CD97-9DA7-44F5-81EE-75AB40929FE6}" type="slidenum">
              <a:t>5</a:t>
            </a:fld>
            <a:endParaRPr lang="en-US"/>
          </a:p>
        </p:txBody>
      </p:sp>
    </p:spTree>
    <p:extLst>
      <p:ext uri="{BB962C8B-B14F-4D97-AF65-F5344CB8AC3E}">
        <p14:creationId xmlns:p14="http://schemas.microsoft.com/office/powerpoint/2010/main" val="240767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9F51F-D29E-63B6-9795-45E618042D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3DBC2D-AF3B-FDFC-F442-EFCD00E905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43EB81-79AD-D4ED-B65B-117A75062BA3}"/>
              </a:ext>
            </a:extLst>
          </p:cNvPr>
          <p:cNvSpPr>
            <a:spLocks noGrp="1"/>
          </p:cNvSpPr>
          <p:nvPr>
            <p:ph type="body" idx="1"/>
          </p:nvPr>
        </p:nvSpPr>
        <p:spPr/>
        <p:txBody>
          <a:bodyPr/>
          <a:lstStyle/>
          <a:p>
            <a:r>
              <a:rPr lang="en-US"/>
              <a:t>
The dataset used in this project is sourced from ArXiv metadata, which originally contains approximately 2 million papers. For efficient processing and iteration, a balanced sample of 100,000 papers was selected, ensuring diversity across categories with a maximum of 2,000 papers per category. Each paper's title and abstract were concatenated to form the text input for the models, providing rich semantic content without the complexity of full-text processing. This sampling strategy allows for faster experimentation while maintaining representative coverage of research domains.</a:t>
            </a:r>
          </a:p>
        </p:txBody>
      </p:sp>
      <p:sp>
        <p:nvSpPr>
          <p:cNvPr id="4" name="Slide Number Placeholder 3">
            <a:extLst>
              <a:ext uri="{FF2B5EF4-FFF2-40B4-BE49-F238E27FC236}">
                <a16:creationId xmlns:a16="http://schemas.microsoft.com/office/drawing/2014/main" id="{073CBA74-826A-9993-94D9-875EC9B0E250}"/>
              </a:ext>
            </a:extLst>
          </p:cNvPr>
          <p:cNvSpPr>
            <a:spLocks noGrp="1"/>
          </p:cNvSpPr>
          <p:nvPr>
            <p:ph type="sldNum" sz="quarter" idx="5"/>
          </p:nvPr>
        </p:nvSpPr>
        <p:spPr/>
        <p:txBody>
          <a:bodyPr/>
          <a:lstStyle/>
          <a:p>
            <a:fld id="{4A79CD97-9DA7-44F5-81EE-75AB40929FE6}" type="slidenum">
              <a:t>6</a:t>
            </a:fld>
            <a:endParaRPr lang="en-US"/>
          </a:p>
        </p:txBody>
      </p:sp>
    </p:spTree>
    <p:extLst>
      <p:ext uri="{BB962C8B-B14F-4D97-AF65-F5344CB8AC3E}">
        <p14:creationId xmlns:p14="http://schemas.microsoft.com/office/powerpoint/2010/main" val="16781874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60534-DA06-15D0-12C1-E145A201F9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FC8AFD-3C08-CEBC-A83D-BDF4ED11BA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0762A0-4CAB-1257-DD6F-322C5E59D514}"/>
              </a:ext>
            </a:extLst>
          </p:cNvPr>
          <p:cNvSpPr>
            <a:spLocks noGrp="1"/>
          </p:cNvSpPr>
          <p:nvPr>
            <p:ph type="body" idx="1"/>
          </p:nvPr>
        </p:nvSpPr>
        <p:spPr/>
        <p:txBody>
          <a:bodyPr/>
          <a:lstStyle/>
          <a:p>
            <a:r>
              <a:rPr lang="en-US"/>
              <a:t>Project Objectives, Dataset Details</a:t>
            </a:r>
          </a:p>
        </p:txBody>
      </p:sp>
      <p:sp>
        <p:nvSpPr>
          <p:cNvPr id="4" name="Slide Number Placeholder 3">
            <a:extLst>
              <a:ext uri="{FF2B5EF4-FFF2-40B4-BE49-F238E27FC236}">
                <a16:creationId xmlns:a16="http://schemas.microsoft.com/office/drawing/2014/main" id="{7EA55DBB-D3E5-8493-BDD5-10B2B5B3601D}"/>
              </a:ext>
            </a:extLst>
          </p:cNvPr>
          <p:cNvSpPr>
            <a:spLocks noGrp="1"/>
          </p:cNvSpPr>
          <p:nvPr>
            <p:ph type="sldNum" sz="quarter" idx="5"/>
          </p:nvPr>
        </p:nvSpPr>
        <p:spPr/>
        <p:txBody>
          <a:bodyPr/>
          <a:lstStyle/>
          <a:p>
            <a:fld id="{4A79CD97-9DA7-44F5-81EE-75AB40929FE6}" type="slidenum">
              <a:t>7</a:t>
            </a:fld>
            <a:endParaRPr lang="en-US"/>
          </a:p>
        </p:txBody>
      </p:sp>
    </p:spTree>
    <p:extLst>
      <p:ext uri="{BB962C8B-B14F-4D97-AF65-F5344CB8AC3E}">
        <p14:creationId xmlns:p14="http://schemas.microsoft.com/office/powerpoint/2010/main" val="39076207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98357B-ABF1-AE2B-68C8-479302638C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DF2B9F-E04B-B73F-013E-C78B2C2668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514240-3636-9F58-FFF0-332198551EA5}"/>
              </a:ext>
            </a:extLst>
          </p:cNvPr>
          <p:cNvSpPr>
            <a:spLocks noGrp="1"/>
          </p:cNvSpPr>
          <p:nvPr>
            <p:ph type="body" idx="1"/>
          </p:nvPr>
        </p:nvSpPr>
        <p:spPr/>
        <p:txBody>
          <a:bodyPr/>
          <a:lstStyle/>
          <a:p>
            <a:r>
              <a:rPr lang="en-US"/>
              <a:t>
The dataset used in this project is sourced from ArXiv metadata, which originally contains approximately 2 million papers. For efficient processing and iteration, a balanced sample of 100,000 papers was selected, ensuring diversity across categories with a maximum of 2,000 papers per category. Each paper's title and abstract were concatenated to form the text input for the models, providing rich semantic content without the complexity of full-text processing. This sampling strategy allows for faster experimentation while maintaining representative coverage of research domains.</a:t>
            </a:r>
          </a:p>
        </p:txBody>
      </p:sp>
      <p:sp>
        <p:nvSpPr>
          <p:cNvPr id="4" name="Slide Number Placeholder 3">
            <a:extLst>
              <a:ext uri="{FF2B5EF4-FFF2-40B4-BE49-F238E27FC236}">
                <a16:creationId xmlns:a16="http://schemas.microsoft.com/office/drawing/2014/main" id="{F5E0EC54-A58A-37DD-4473-79F29406FD82}"/>
              </a:ext>
            </a:extLst>
          </p:cNvPr>
          <p:cNvSpPr>
            <a:spLocks noGrp="1"/>
          </p:cNvSpPr>
          <p:nvPr>
            <p:ph type="sldNum" sz="quarter" idx="5"/>
          </p:nvPr>
        </p:nvSpPr>
        <p:spPr/>
        <p:txBody>
          <a:bodyPr/>
          <a:lstStyle/>
          <a:p>
            <a:fld id="{4A79CD97-9DA7-44F5-81EE-75AB40929FE6}" type="slidenum">
              <a:t>8</a:t>
            </a:fld>
            <a:endParaRPr lang="en-US"/>
          </a:p>
        </p:txBody>
      </p:sp>
    </p:spTree>
    <p:extLst>
      <p:ext uri="{BB962C8B-B14F-4D97-AF65-F5344CB8AC3E}">
        <p14:creationId xmlns:p14="http://schemas.microsoft.com/office/powerpoint/2010/main" val="5564219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1B659-88AE-6BB8-0610-CA3090A16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862150-CB45-CCB6-B890-116CB6F4CE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B01414-22E0-F96D-635F-B61D44408D93}"/>
              </a:ext>
            </a:extLst>
          </p:cNvPr>
          <p:cNvSpPr>
            <a:spLocks noGrp="1"/>
          </p:cNvSpPr>
          <p:nvPr>
            <p:ph type="body" idx="1"/>
          </p:nvPr>
        </p:nvSpPr>
        <p:spPr/>
        <p:txBody>
          <a:bodyPr/>
          <a:lstStyle/>
          <a:p>
            <a:r>
              <a:rPr lang="en-US"/>
              <a:t>
The dataset used in this project is sourced from ArXiv metadata, which originally contains approximately 2 million papers. For efficient processing and iteration, a balanced sample of 100,000 papers was selected, ensuring diversity across categories with a maximum of 2,000 papers per category. Each paper's title and abstract were concatenated to form the text input for the models, providing rich semantic content without the complexity of full-text processing. This sampling strategy allows for faster experimentation while maintaining representative coverage of research domains.</a:t>
            </a:r>
          </a:p>
        </p:txBody>
      </p:sp>
      <p:sp>
        <p:nvSpPr>
          <p:cNvPr id="4" name="Slide Number Placeholder 3">
            <a:extLst>
              <a:ext uri="{FF2B5EF4-FFF2-40B4-BE49-F238E27FC236}">
                <a16:creationId xmlns:a16="http://schemas.microsoft.com/office/drawing/2014/main" id="{0C767314-2B63-B651-87E7-316905A2212C}"/>
              </a:ext>
            </a:extLst>
          </p:cNvPr>
          <p:cNvSpPr>
            <a:spLocks noGrp="1"/>
          </p:cNvSpPr>
          <p:nvPr>
            <p:ph type="sldNum" sz="quarter" idx="5"/>
          </p:nvPr>
        </p:nvSpPr>
        <p:spPr/>
        <p:txBody>
          <a:bodyPr/>
          <a:lstStyle/>
          <a:p>
            <a:fld id="{4A79CD97-9DA7-44F5-81EE-75AB40929FE6}" type="slidenum">
              <a:t>9</a:t>
            </a:fld>
            <a:endParaRPr lang="en-US"/>
          </a:p>
        </p:txBody>
      </p:sp>
    </p:spTree>
    <p:extLst>
      <p:ext uri="{BB962C8B-B14F-4D97-AF65-F5344CB8AC3E}">
        <p14:creationId xmlns:p14="http://schemas.microsoft.com/office/powerpoint/2010/main" val="21237919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63FCB-F053-02B9-327C-080DD923E4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14D628-64D7-BB28-D77A-8D90927683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DF25BE-AC1F-F137-6276-C22F025F8966}"/>
              </a:ext>
            </a:extLst>
          </p:cNvPr>
          <p:cNvSpPr>
            <a:spLocks noGrp="1"/>
          </p:cNvSpPr>
          <p:nvPr>
            <p:ph type="body" idx="1"/>
          </p:nvPr>
        </p:nvSpPr>
        <p:spPr/>
        <p:txBody>
          <a:bodyPr/>
          <a:lstStyle/>
          <a:p>
            <a:r>
              <a:rPr lang="en-US"/>
              <a:t>
The dataset used in this project is sourced from ArXiv metadata, which originally contains approximately 2 million papers. For efficient processing and iteration, a balanced sample of 100,000 papers was selected, ensuring diversity across categories with a maximum of 2,000 papers per category. Each paper's title and abstract were concatenated to form the text input for the models, providing rich semantic content without the complexity of full-text processing. This sampling strategy allows for faster experimentation while maintaining representative coverage of research domains.</a:t>
            </a:r>
          </a:p>
        </p:txBody>
      </p:sp>
      <p:sp>
        <p:nvSpPr>
          <p:cNvPr id="4" name="Slide Number Placeholder 3">
            <a:extLst>
              <a:ext uri="{FF2B5EF4-FFF2-40B4-BE49-F238E27FC236}">
                <a16:creationId xmlns:a16="http://schemas.microsoft.com/office/drawing/2014/main" id="{97E81870-4ADA-213B-C4F2-9E506EEC8207}"/>
              </a:ext>
            </a:extLst>
          </p:cNvPr>
          <p:cNvSpPr>
            <a:spLocks noGrp="1"/>
          </p:cNvSpPr>
          <p:nvPr>
            <p:ph type="sldNum" sz="quarter" idx="5"/>
          </p:nvPr>
        </p:nvSpPr>
        <p:spPr/>
        <p:txBody>
          <a:bodyPr/>
          <a:lstStyle/>
          <a:p>
            <a:fld id="{4A79CD97-9DA7-44F5-81EE-75AB40929FE6}" type="slidenum">
              <a:t>10</a:t>
            </a:fld>
            <a:endParaRPr lang="en-US"/>
          </a:p>
        </p:txBody>
      </p:sp>
    </p:spTree>
    <p:extLst>
      <p:ext uri="{BB962C8B-B14F-4D97-AF65-F5344CB8AC3E}">
        <p14:creationId xmlns:p14="http://schemas.microsoft.com/office/powerpoint/2010/main" val="17688998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11F90C-D013-61F5-61DF-1A70372F38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AF39FD-609C-A7E8-2E24-1AC027CEBB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0ADCC2-90C4-0AB8-2CD8-4DCB8276123C}"/>
              </a:ext>
            </a:extLst>
          </p:cNvPr>
          <p:cNvSpPr>
            <a:spLocks noGrp="1"/>
          </p:cNvSpPr>
          <p:nvPr>
            <p:ph type="body" idx="1"/>
          </p:nvPr>
        </p:nvSpPr>
        <p:spPr/>
        <p:txBody>
          <a:bodyPr/>
          <a:lstStyle/>
          <a:p>
            <a:r>
              <a:rPr lang="en-US"/>
              <a:t>
The dataset used in this project is sourced from ArXiv metadata, which originally contains approximately 2 million papers. For efficient processing and iteration, a balanced sample of 100,000 papers was selected, ensuring diversity across categories with a maximum of 2,000 papers per category. Each paper's title and abstract were concatenated to form the text input for the models, providing rich semantic content without the complexity of full-text processing. This sampling strategy allows for faster experimentation while maintaining representative coverage of research domains.</a:t>
            </a:r>
          </a:p>
        </p:txBody>
      </p:sp>
      <p:sp>
        <p:nvSpPr>
          <p:cNvPr id="4" name="Slide Number Placeholder 3">
            <a:extLst>
              <a:ext uri="{FF2B5EF4-FFF2-40B4-BE49-F238E27FC236}">
                <a16:creationId xmlns:a16="http://schemas.microsoft.com/office/drawing/2014/main" id="{B55C311D-9204-7CA9-5057-4E235CE1799F}"/>
              </a:ext>
            </a:extLst>
          </p:cNvPr>
          <p:cNvSpPr>
            <a:spLocks noGrp="1"/>
          </p:cNvSpPr>
          <p:nvPr>
            <p:ph type="sldNum" sz="quarter" idx="5"/>
          </p:nvPr>
        </p:nvSpPr>
        <p:spPr/>
        <p:txBody>
          <a:bodyPr/>
          <a:lstStyle/>
          <a:p>
            <a:fld id="{4A79CD97-9DA7-44F5-81EE-75AB40929FE6}" type="slidenum">
              <a:t>11</a:t>
            </a:fld>
            <a:endParaRPr lang="en-US"/>
          </a:p>
        </p:txBody>
      </p:sp>
    </p:spTree>
    <p:extLst>
      <p:ext uri="{BB962C8B-B14F-4D97-AF65-F5344CB8AC3E}">
        <p14:creationId xmlns:p14="http://schemas.microsoft.com/office/powerpoint/2010/main" val="26055672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D5E35-1987-FB9B-D3EA-CDA81B39CB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1D2F2B-8E8B-190E-DD97-E486D185F8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A1B643-1323-4F24-8024-FE9F057E2E40}"/>
              </a:ext>
            </a:extLst>
          </p:cNvPr>
          <p:cNvSpPr>
            <a:spLocks noGrp="1"/>
          </p:cNvSpPr>
          <p:nvPr>
            <p:ph type="body" idx="1"/>
          </p:nvPr>
        </p:nvSpPr>
        <p:spPr/>
        <p:txBody>
          <a:bodyPr/>
          <a:lstStyle/>
          <a:p>
            <a:r>
              <a:rPr lang="en-US"/>
              <a:t>
The dataset used in this project is sourced from ArXiv metadata, which originally contains approximately 2 million papers. For efficient processing and iteration, a balanced sample of 100,000 papers was selected, ensuring diversity across categories with a maximum of 2,000 papers per category. Each paper's title and abstract were concatenated to form the text input for the models, providing rich semantic content without the complexity of full-text processing. This sampling strategy allows for faster experimentation while maintaining representative coverage of research domains.</a:t>
            </a:r>
          </a:p>
        </p:txBody>
      </p:sp>
      <p:sp>
        <p:nvSpPr>
          <p:cNvPr id="4" name="Slide Number Placeholder 3">
            <a:extLst>
              <a:ext uri="{FF2B5EF4-FFF2-40B4-BE49-F238E27FC236}">
                <a16:creationId xmlns:a16="http://schemas.microsoft.com/office/drawing/2014/main" id="{CFFDA697-B529-B986-C6C2-1F83898ED587}"/>
              </a:ext>
            </a:extLst>
          </p:cNvPr>
          <p:cNvSpPr>
            <a:spLocks noGrp="1"/>
          </p:cNvSpPr>
          <p:nvPr>
            <p:ph type="sldNum" sz="quarter" idx="5"/>
          </p:nvPr>
        </p:nvSpPr>
        <p:spPr/>
        <p:txBody>
          <a:bodyPr/>
          <a:lstStyle/>
          <a:p>
            <a:fld id="{4A79CD97-9DA7-44F5-81EE-75AB40929FE6}" type="slidenum">
              <a:t>12</a:t>
            </a:fld>
            <a:endParaRPr lang="en-US"/>
          </a:p>
        </p:txBody>
      </p:sp>
    </p:spTree>
    <p:extLst>
      <p:ext uri="{BB962C8B-B14F-4D97-AF65-F5344CB8AC3E}">
        <p14:creationId xmlns:p14="http://schemas.microsoft.com/office/powerpoint/2010/main" val="34297062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543E24-7C45-5733-0901-372DC80BF2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53AEFF-DF3B-AAEF-4FD5-7D468321FD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EC29B5-E3BD-7775-54B7-92DEB50C945F}"/>
              </a:ext>
            </a:extLst>
          </p:cNvPr>
          <p:cNvSpPr>
            <a:spLocks noGrp="1"/>
          </p:cNvSpPr>
          <p:nvPr>
            <p:ph type="body" idx="1"/>
          </p:nvPr>
        </p:nvSpPr>
        <p:spPr/>
        <p:txBody>
          <a:bodyPr/>
          <a:lstStyle/>
          <a:p>
            <a:r>
              <a:rPr lang="en-US"/>
              <a:t>Project Objectives, Dataset Details</a:t>
            </a:r>
          </a:p>
        </p:txBody>
      </p:sp>
      <p:sp>
        <p:nvSpPr>
          <p:cNvPr id="4" name="Slide Number Placeholder 3">
            <a:extLst>
              <a:ext uri="{FF2B5EF4-FFF2-40B4-BE49-F238E27FC236}">
                <a16:creationId xmlns:a16="http://schemas.microsoft.com/office/drawing/2014/main" id="{FE796E6E-1FBE-00A7-26E8-D37D99AF5CEB}"/>
              </a:ext>
            </a:extLst>
          </p:cNvPr>
          <p:cNvSpPr>
            <a:spLocks noGrp="1"/>
          </p:cNvSpPr>
          <p:nvPr>
            <p:ph type="sldNum" sz="quarter" idx="5"/>
          </p:nvPr>
        </p:nvSpPr>
        <p:spPr/>
        <p:txBody>
          <a:bodyPr/>
          <a:lstStyle/>
          <a:p>
            <a:fld id="{4A79CD97-9DA7-44F5-81EE-75AB40929FE6}" type="slidenum">
              <a:t>13</a:t>
            </a:fld>
            <a:endParaRPr lang="en-US"/>
          </a:p>
        </p:txBody>
      </p:sp>
    </p:spTree>
    <p:extLst>
      <p:ext uri="{BB962C8B-B14F-4D97-AF65-F5344CB8AC3E}">
        <p14:creationId xmlns:p14="http://schemas.microsoft.com/office/powerpoint/2010/main" val="35549058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system was evaluated using metrics such as Precision, Recall, Mean Reciprocal Rank (MRR), Mean Average Precision (MAP), and normalized Discounted Cumulative Gain (nDCG). Evaluation was conducted with LLM-based judges to ensure semantic relevance. Results indicate that the Fine-Tuned Sentence Transformer model significantly outperforms both the TF-IDF baseline and the base Sentence Transformer model, demonstrating the effectiveness of domain adaptation and high-quality annotations. These improvements validate the design choices and highlight the impact of fine-tuning on recommendation accuracy.</a:t>
            </a:r>
          </a:p>
        </p:txBody>
      </p:sp>
      <p:sp>
        <p:nvSpPr>
          <p:cNvPr id="4" name="Slide Number Placeholder 3"/>
          <p:cNvSpPr>
            <a:spLocks noGrp="1"/>
          </p:cNvSpPr>
          <p:nvPr>
            <p:ph type="sldNum" sz="quarter" idx="5"/>
          </p:nvPr>
        </p:nvSpPr>
        <p:spPr/>
        <p:txBody>
          <a:bodyPr/>
          <a:lstStyle/>
          <a:p>
            <a:fld id="{4A79CD97-9DA7-44F5-81EE-75AB40929FE6}" type="slidenum">
              <a:t>14</a:t>
            </a:fld>
            <a:endParaRPr lang="en-US"/>
          </a:p>
        </p:txBody>
      </p:sp>
    </p:spTree>
    <p:extLst>
      <p:ext uri="{BB962C8B-B14F-4D97-AF65-F5344CB8AC3E}">
        <p14:creationId xmlns:p14="http://schemas.microsoft.com/office/powerpoint/2010/main" val="12555681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System Overview, Training Pipeline</a:t>
            </a:r>
          </a:p>
        </p:txBody>
      </p:sp>
      <p:sp>
        <p:nvSpPr>
          <p:cNvPr id="4" name="Slide Number Placeholder 3"/>
          <p:cNvSpPr>
            <a:spLocks noGrp="1"/>
          </p:cNvSpPr>
          <p:nvPr>
            <p:ph type="sldNum" sz="quarter" idx="5"/>
          </p:nvPr>
        </p:nvSpPr>
        <p:spPr/>
        <p:txBody>
          <a:bodyPr/>
          <a:lstStyle/>
          <a:p>
            <a:fld id="{4A79CD97-9DA7-44F5-81EE-75AB40929FE6}" type="slidenum">
              <a:t>16</a:t>
            </a:fld>
            <a:endParaRPr lang="en-US"/>
          </a:p>
        </p:txBody>
      </p:sp>
    </p:spTree>
    <p:extLst>
      <p:ext uri="{BB962C8B-B14F-4D97-AF65-F5344CB8AC3E}">
        <p14:creationId xmlns:p14="http://schemas.microsoft.com/office/powerpoint/2010/main" val="32740897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deployment architecture leverages Google Cloud Run for serverless execution, ensuring scalability and cost efficiency. A gateway service routes incoming requests to one of three microservices, each hosting a specific model: TF-IDF, base Sentence Transformer, or Fine-Tuned Sentence Transformer. This separation allows independent scaling, faster cold starts, and memory isolation. Docker images are optimized by baking model artifacts into the image, reducing startup latency. The architecture supports min-instances=0 for cost optimization, accepting minor cold start delays in exchange for reduced monthly expenses.</a:t>
            </a:r>
          </a:p>
        </p:txBody>
      </p:sp>
      <p:sp>
        <p:nvSpPr>
          <p:cNvPr id="4" name="Slide Number Placeholder 3"/>
          <p:cNvSpPr>
            <a:spLocks noGrp="1"/>
          </p:cNvSpPr>
          <p:nvPr>
            <p:ph type="sldNum" sz="quarter" idx="5"/>
          </p:nvPr>
        </p:nvSpPr>
        <p:spPr/>
        <p:txBody>
          <a:bodyPr/>
          <a:lstStyle/>
          <a:p>
            <a:fld id="{4A79CD97-9DA7-44F5-81EE-75AB40929FE6}" type="slidenum">
              <a:t>17</a:t>
            </a:fld>
            <a:endParaRPr lang="en-US"/>
          </a:p>
        </p:txBody>
      </p:sp>
    </p:spTree>
    <p:extLst>
      <p:ext uri="{BB962C8B-B14F-4D97-AF65-F5344CB8AC3E}">
        <p14:creationId xmlns:p14="http://schemas.microsoft.com/office/powerpoint/2010/main" val="9552434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system architecture is designed to handle user queries or paper IDs as input and return the top-N most similar papers as output. It incorporates three distinct models: TF-IDF for a fast and interpretable baseline, a pre-trained Sentence Transformer model (all-MiniLM-L6-v2), and a Fine-Tuned Sentence Transformer model adapted to the research domain. The deployment strategy uses Google Cloud Run with a microservices approach, where each model runs in an isolated service. This design ensures independent scaling, faster cold starts, and memory isolation, making the system both efficient and resilient.</a:t>
            </a:r>
          </a:p>
        </p:txBody>
      </p:sp>
      <p:sp>
        <p:nvSpPr>
          <p:cNvPr id="4" name="Slide Number Placeholder 3"/>
          <p:cNvSpPr>
            <a:spLocks noGrp="1"/>
          </p:cNvSpPr>
          <p:nvPr>
            <p:ph type="sldNum" sz="quarter" idx="5"/>
          </p:nvPr>
        </p:nvSpPr>
        <p:spPr/>
        <p:txBody>
          <a:bodyPr/>
          <a:lstStyle/>
          <a:p>
            <a:fld id="{4A79CD97-9DA7-44F5-81EE-75AB40929FE6}" type="slidenum">
              <a:t>18</a:t>
            </a:fld>
            <a:endParaRPr lang="en-US"/>
          </a:p>
        </p:txBody>
      </p:sp>
    </p:spTree>
    <p:extLst>
      <p:ext uri="{BB962C8B-B14F-4D97-AF65-F5344CB8AC3E}">
        <p14:creationId xmlns:p14="http://schemas.microsoft.com/office/powerpoint/2010/main" val="6985591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163DEB-2627-D52B-E5C7-9CD753CE22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C37DBB-4415-BBC5-858C-2AA758A2A1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877566-7FC6-67B9-C917-8059296419E1}"/>
              </a:ext>
            </a:extLst>
          </p:cNvPr>
          <p:cNvSpPr>
            <a:spLocks noGrp="1"/>
          </p:cNvSpPr>
          <p:nvPr>
            <p:ph type="body" idx="1"/>
          </p:nvPr>
        </p:nvSpPr>
        <p:spPr/>
        <p:txBody>
          <a:bodyPr/>
          <a:lstStyle/>
          <a:p>
            <a:r>
              <a:rPr lang="en-US"/>
              <a:t>System Overview, Training Pipeline</a:t>
            </a:r>
          </a:p>
        </p:txBody>
      </p:sp>
      <p:sp>
        <p:nvSpPr>
          <p:cNvPr id="4" name="Slide Number Placeholder 3">
            <a:extLst>
              <a:ext uri="{FF2B5EF4-FFF2-40B4-BE49-F238E27FC236}">
                <a16:creationId xmlns:a16="http://schemas.microsoft.com/office/drawing/2014/main" id="{1F74BF31-36A2-032D-8F1E-5F342AC2EE88}"/>
              </a:ext>
            </a:extLst>
          </p:cNvPr>
          <p:cNvSpPr>
            <a:spLocks noGrp="1"/>
          </p:cNvSpPr>
          <p:nvPr>
            <p:ph type="sldNum" sz="quarter" idx="5"/>
          </p:nvPr>
        </p:nvSpPr>
        <p:spPr/>
        <p:txBody>
          <a:bodyPr/>
          <a:lstStyle/>
          <a:p>
            <a:fld id="{4A79CD97-9DA7-44F5-81EE-75AB40929FE6}" type="slidenum">
              <a:t>19</a:t>
            </a:fld>
            <a:endParaRPr lang="en-US"/>
          </a:p>
        </p:txBody>
      </p:sp>
    </p:spTree>
    <p:extLst>
      <p:ext uri="{BB962C8B-B14F-4D97-AF65-F5344CB8AC3E}">
        <p14:creationId xmlns:p14="http://schemas.microsoft.com/office/powerpoint/2010/main" val="33977584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A8EDF-F787-7C32-A640-908447426D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F3D204-C5B9-D772-3165-79AED13A73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8B4B83-3A28-B7E0-6F0F-B75434DA9BC6}"/>
              </a:ext>
            </a:extLst>
          </p:cNvPr>
          <p:cNvSpPr>
            <a:spLocks noGrp="1"/>
          </p:cNvSpPr>
          <p:nvPr>
            <p:ph type="body" idx="1"/>
          </p:nvPr>
        </p:nvSpPr>
        <p:spPr/>
        <p:txBody>
          <a:bodyPr/>
          <a:lstStyle/>
          <a:p>
            <a:r>
              <a:rPr lang="en-US"/>
              <a:t>
The dataset used in this project is sourced from ArXiv metadata, which originally contains approximately 2 million papers. For efficient processing and iteration, a balanced sample of 100,000 papers was selected, ensuring diversity across categories with a maximum of 2,000 papers per category. Each paper's title and abstract were concatenated to form the text input for the models, providing rich semantic content without the complexity of full-text processing. This sampling strategy allows for faster experimentation while maintaining representative coverage of research domains.</a:t>
            </a:r>
          </a:p>
        </p:txBody>
      </p:sp>
      <p:sp>
        <p:nvSpPr>
          <p:cNvPr id="4" name="Slide Number Placeholder 3">
            <a:extLst>
              <a:ext uri="{FF2B5EF4-FFF2-40B4-BE49-F238E27FC236}">
                <a16:creationId xmlns:a16="http://schemas.microsoft.com/office/drawing/2014/main" id="{353D0CE3-20EB-10D0-B2B4-A2646A5BB6E3}"/>
              </a:ext>
            </a:extLst>
          </p:cNvPr>
          <p:cNvSpPr>
            <a:spLocks noGrp="1"/>
          </p:cNvSpPr>
          <p:nvPr>
            <p:ph type="sldNum" sz="quarter" idx="5"/>
          </p:nvPr>
        </p:nvSpPr>
        <p:spPr/>
        <p:txBody>
          <a:bodyPr/>
          <a:lstStyle/>
          <a:p>
            <a:fld id="{4A79CD97-9DA7-44F5-81EE-75AB40929FE6}" type="slidenum">
              <a:t>20</a:t>
            </a:fld>
            <a:endParaRPr lang="en-US"/>
          </a:p>
        </p:txBody>
      </p:sp>
    </p:spTree>
    <p:extLst>
      <p:ext uri="{BB962C8B-B14F-4D97-AF65-F5344CB8AC3E}">
        <p14:creationId xmlns:p14="http://schemas.microsoft.com/office/powerpoint/2010/main" val="29070094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977A8-23B0-0FCF-27F8-C93D072456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7E6743-9DBE-6C1B-8E19-3B39FF7B4B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2EFAFF-2D6A-B99F-B501-B3172DFC0A84}"/>
              </a:ext>
            </a:extLst>
          </p:cNvPr>
          <p:cNvSpPr>
            <a:spLocks noGrp="1"/>
          </p:cNvSpPr>
          <p:nvPr>
            <p:ph type="body" idx="1"/>
          </p:nvPr>
        </p:nvSpPr>
        <p:spPr/>
        <p:txBody>
          <a:bodyPr/>
          <a:lstStyle/>
          <a:p>
            <a:r>
              <a:rPr lang="en-US"/>
              <a:t>System Overview, Training Pipeline</a:t>
            </a:r>
          </a:p>
        </p:txBody>
      </p:sp>
      <p:sp>
        <p:nvSpPr>
          <p:cNvPr id="4" name="Slide Number Placeholder 3">
            <a:extLst>
              <a:ext uri="{FF2B5EF4-FFF2-40B4-BE49-F238E27FC236}">
                <a16:creationId xmlns:a16="http://schemas.microsoft.com/office/drawing/2014/main" id="{8A38B6BB-BDF1-4E07-96A0-AE4046FD13C7}"/>
              </a:ext>
            </a:extLst>
          </p:cNvPr>
          <p:cNvSpPr>
            <a:spLocks noGrp="1"/>
          </p:cNvSpPr>
          <p:nvPr>
            <p:ph type="sldNum" sz="quarter" idx="5"/>
          </p:nvPr>
        </p:nvSpPr>
        <p:spPr/>
        <p:txBody>
          <a:bodyPr/>
          <a:lstStyle/>
          <a:p>
            <a:fld id="{4A79CD97-9DA7-44F5-81EE-75AB40929FE6}" type="slidenum">
              <a:t>21</a:t>
            </a:fld>
            <a:endParaRPr lang="en-US"/>
          </a:p>
        </p:txBody>
      </p:sp>
    </p:spTree>
    <p:extLst>
      <p:ext uri="{BB962C8B-B14F-4D97-AF65-F5344CB8AC3E}">
        <p14:creationId xmlns:p14="http://schemas.microsoft.com/office/powerpoint/2010/main" val="5805577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A7B26-F4B8-08DC-B16F-63AD521BB4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893881-FE8F-8322-AC33-F47AA3091E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DABB54-2AA9-5ACC-E92A-B854C15E086F}"/>
              </a:ext>
            </a:extLst>
          </p:cNvPr>
          <p:cNvSpPr>
            <a:spLocks noGrp="1"/>
          </p:cNvSpPr>
          <p:nvPr>
            <p:ph type="body" idx="1"/>
          </p:nvPr>
        </p:nvSpPr>
        <p:spPr/>
        <p:txBody>
          <a:bodyPr/>
          <a:lstStyle/>
          <a:p>
            <a:r>
              <a:rPr lang="en-US"/>
              <a:t>
The dataset used in this project is sourced from ArXiv metadata, which originally contains approximately 2 million papers. For efficient processing and iteration, a balanced sample of 100,000 papers was selected, ensuring diversity across categories with a maximum of 2,000 papers per category. Each paper's title and abstract were concatenated to form the text input for the models, providing rich semantic content without the complexity of full-text processing. This sampling strategy allows for faster experimentation while maintaining representative coverage of research domains.</a:t>
            </a:r>
          </a:p>
        </p:txBody>
      </p:sp>
      <p:sp>
        <p:nvSpPr>
          <p:cNvPr id="4" name="Slide Number Placeholder 3">
            <a:extLst>
              <a:ext uri="{FF2B5EF4-FFF2-40B4-BE49-F238E27FC236}">
                <a16:creationId xmlns:a16="http://schemas.microsoft.com/office/drawing/2014/main" id="{CD044970-97E7-F4EB-EA3D-E96E97AC176D}"/>
              </a:ext>
            </a:extLst>
          </p:cNvPr>
          <p:cNvSpPr>
            <a:spLocks noGrp="1"/>
          </p:cNvSpPr>
          <p:nvPr>
            <p:ph type="sldNum" sz="quarter" idx="5"/>
          </p:nvPr>
        </p:nvSpPr>
        <p:spPr/>
        <p:txBody>
          <a:bodyPr/>
          <a:lstStyle/>
          <a:p>
            <a:fld id="{4A79CD97-9DA7-44F5-81EE-75AB40929FE6}" type="slidenum">
              <a:t>22</a:t>
            </a:fld>
            <a:endParaRPr lang="en-US"/>
          </a:p>
        </p:txBody>
      </p:sp>
    </p:spTree>
    <p:extLst>
      <p:ext uri="{BB962C8B-B14F-4D97-AF65-F5344CB8AC3E}">
        <p14:creationId xmlns:p14="http://schemas.microsoft.com/office/powerpoint/2010/main" val="361343966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502920"/>
            <a:ext cx="5852160" cy="2953512"/>
          </a:xfrm>
        </p:spPr>
        <p:txBody>
          <a:bodyPr vert="horz" lIns="91440" tIns="45720" rIns="91440" bIns="45720" rtlCol="0" anchor="t">
            <a:normAutofit/>
          </a:bodyPr>
          <a:lstStyle>
            <a:lvl1pPr>
              <a:defRPr lang="en-US" sz="5400" dirty="0">
                <a:gradFill>
                  <a:gsLst>
                    <a:gs pos="0">
                      <a:schemeClr val="accent2"/>
                    </a:gs>
                    <a:gs pos="100000">
                      <a:schemeClr val="accent5"/>
                    </a:gs>
                  </a:gsLst>
                  <a:lin ang="15600000" scaled="0"/>
                </a:gra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544568"/>
            <a:ext cx="4681728" cy="1591056"/>
          </a:xfrm>
        </p:spPr>
        <p:txBody>
          <a:bodyPr vert="horz" lIns="91440" tIns="45720" rIns="91440" bIns="45720" rtlCol="0" anchor="ctr">
            <a:normAutofit/>
          </a:bodyPr>
          <a:lstStyle>
            <a:lvl1pPr marL="0" indent="0">
              <a:buNone/>
              <a:defRPr lang="en-US" sz="2000" dirty="0"/>
            </a:lvl1pPr>
          </a:lstStyle>
          <a:p>
            <a:pPr lvl="0"/>
            <a:r>
              <a:rPr lang="en-US"/>
              <a:t>Click to edit Master subtitle style</a:t>
            </a:r>
          </a:p>
        </p:txBody>
      </p:sp>
      <p:sp>
        <p:nvSpPr>
          <p:cNvPr id="11" name="Footer Placeholder 10">
            <a:extLst>
              <a:ext uri="{FF2B5EF4-FFF2-40B4-BE49-F238E27FC236}">
                <a16:creationId xmlns:a16="http://schemas.microsoft.com/office/drawing/2014/main" id="{F98245A6-7E39-43E3-BB93-77F622756065}"/>
              </a:ext>
            </a:extLst>
          </p:cNvPr>
          <p:cNvSpPr>
            <a:spLocks noGrp="1"/>
          </p:cNvSpPr>
          <p:nvPr>
            <p:ph type="ftr" sz="quarter" idx="15"/>
          </p:nvPr>
        </p:nvSpPr>
        <p:spPr/>
        <p:txBody>
          <a:bodyPr/>
          <a:lstStyle/>
          <a:p>
            <a:endParaRPr lang="en-US"/>
          </a:p>
        </p:txBody>
      </p:sp>
      <p:sp>
        <p:nvSpPr>
          <p:cNvPr id="10" name="Date Placeholder 9">
            <a:extLst>
              <a:ext uri="{FF2B5EF4-FFF2-40B4-BE49-F238E27FC236}">
                <a16:creationId xmlns:a16="http://schemas.microsoft.com/office/drawing/2014/main" id="{00431E1F-9861-6E9A-6FDA-9450A0A9109C}"/>
              </a:ext>
            </a:extLst>
          </p:cNvPr>
          <p:cNvSpPr>
            <a:spLocks noGrp="1"/>
          </p:cNvSpPr>
          <p:nvPr>
            <p:ph type="dt" sz="half" idx="14"/>
          </p:nvPr>
        </p:nvSpPr>
        <p:spPr>
          <a:xfrm>
            <a:off x="4617720" y="6318504"/>
            <a:ext cx="2153412" cy="365760"/>
          </a:xfrm>
        </p:spPr>
        <p:txBody>
          <a:bodyPr/>
          <a:lstStyle/>
          <a:p>
            <a:fld id="{3AEEF7F6-ECFE-4473-B3E9-C91BE833927A}" type="datetimeFigureOut">
              <a:rPr lang="en-US" smtClean="0"/>
              <a:t>12/2/25</a:t>
            </a:fld>
            <a:endParaRPr lang="en-US"/>
          </a:p>
        </p:txBody>
      </p:sp>
      <p:sp>
        <p:nvSpPr>
          <p:cNvPr id="12" name="Slide Number Placeholder 11">
            <a:extLst>
              <a:ext uri="{FF2B5EF4-FFF2-40B4-BE49-F238E27FC236}">
                <a16:creationId xmlns:a16="http://schemas.microsoft.com/office/drawing/2014/main" id="{43C4D8A9-0078-62DC-A293-9B6083ED649D}"/>
              </a:ext>
            </a:extLst>
          </p:cNvPr>
          <p:cNvSpPr>
            <a:spLocks noGrp="1"/>
          </p:cNvSpPr>
          <p:nvPr>
            <p:ph type="sldNum" sz="quarter" idx="16"/>
          </p:nvPr>
        </p:nvSpPr>
        <p:spPr>
          <a:xfrm>
            <a:off x="6688836" y="6318504"/>
            <a:ext cx="493776" cy="365760"/>
          </a:xfrm>
        </p:spPr>
        <p:txBody>
          <a:bodyPr/>
          <a:lstStyle/>
          <a:p>
            <a:fld id="{5DAD859A-2C66-45B9-9A71-3CF205EC2D4A}" type="slidenum">
              <a:rPr lang="en-US" smtClean="0"/>
              <a:t>‹#›</a:t>
            </a:fld>
            <a:endParaRPr lang="en-US"/>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7534656" y="0"/>
            <a:ext cx="4657344" cy="6858000"/>
          </a:xfrm>
          <a:blipFill>
            <a:blip r:embed="rId2">
              <a:alphaModFix amt="70000"/>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62475411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3EACE7F8-A7D9-2E2C-2B0B-0DB8D7168AAC}"/>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1" name="Rectangle 10">
              <a:extLst>
                <a:ext uri="{FF2B5EF4-FFF2-40B4-BE49-F238E27FC236}">
                  <a16:creationId xmlns:a16="http://schemas.microsoft.com/office/drawing/2014/main" id="{DB768309-21D1-59BA-F479-9F846B9A0FB2}"/>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3D94F90-5391-9976-036B-C34C2C30448C}"/>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457200"/>
            <a:ext cx="10954512" cy="731520"/>
          </a:xfrm>
        </p:spPr>
        <p:txBody>
          <a:bodyPr/>
          <a:lstStyle>
            <a:lvl1pPr>
              <a:defRPr>
                <a:gradFill>
                  <a:gsLst>
                    <a:gs pos="0">
                      <a:schemeClr val="accent5"/>
                    </a:gs>
                    <a:gs pos="100000">
                      <a:schemeClr val="accent2"/>
                    </a:gs>
                  </a:gsLst>
                  <a:lin ang="13800000" scaled="0"/>
                </a:gradFill>
              </a:defRPr>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8" y="1362455"/>
            <a:ext cx="10954512" cy="49560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9BEDC843-90AD-36D3-6615-3505603F8E22}"/>
              </a:ext>
            </a:extLst>
          </p:cNvPr>
          <p:cNvSpPr>
            <a:spLocks noGrp="1"/>
          </p:cNvSpPr>
          <p:nvPr>
            <p:ph type="ftr" sz="quarter" idx="11"/>
          </p:nvPr>
        </p:nvSpPr>
        <p:spPr/>
        <p:txBody>
          <a:bodyPr/>
          <a:lstStyle/>
          <a:p>
            <a:endParaRPr lang="en-US"/>
          </a:p>
        </p:txBody>
      </p:sp>
      <p:sp>
        <p:nvSpPr>
          <p:cNvPr id="7" name="Date Placeholder 6">
            <a:extLst>
              <a:ext uri="{FF2B5EF4-FFF2-40B4-BE49-F238E27FC236}">
                <a16:creationId xmlns:a16="http://schemas.microsoft.com/office/drawing/2014/main" id="{852C5F7B-97CA-C06C-A155-E4BC307DB0FB}"/>
              </a:ext>
            </a:extLst>
          </p:cNvPr>
          <p:cNvSpPr>
            <a:spLocks noGrp="1"/>
          </p:cNvSpPr>
          <p:nvPr>
            <p:ph type="dt" sz="half" idx="10"/>
          </p:nvPr>
        </p:nvSpPr>
        <p:spPr/>
        <p:txBody>
          <a:bodyPr/>
          <a:lstStyle/>
          <a:p>
            <a:fld id="{3AEEF7F6-ECFE-4473-B3E9-C91BE833927A}" type="datetimeFigureOut">
              <a:rPr lang="en-US" smtClean="0"/>
              <a:t>12/2/25</a:t>
            </a:fld>
            <a:endParaRPr lang="en-US"/>
          </a:p>
        </p:txBody>
      </p:sp>
      <p:sp>
        <p:nvSpPr>
          <p:cNvPr id="9" name="Slide Number Placeholder 8">
            <a:extLst>
              <a:ext uri="{FF2B5EF4-FFF2-40B4-BE49-F238E27FC236}">
                <a16:creationId xmlns:a16="http://schemas.microsoft.com/office/drawing/2014/main" id="{DB324737-C1DF-CE60-245E-385E02AC2FB0}"/>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4457031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247888" y="713232"/>
            <a:ext cx="3364992" cy="3227832"/>
          </a:xfrm>
        </p:spPr>
        <p:txBody>
          <a:bodyPr vert="horz" lIns="91440" tIns="45720" rIns="91440" bIns="45720" rtlCol="0" anchor="t">
            <a:normAutofit/>
          </a:bodyPr>
          <a:lstStyle>
            <a:lvl1pPr>
              <a:defRPr lang="en-US" sz="4000" dirty="0">
                <a:gradFill>
                  <a:gsLst>
                    <a:gs pos="0">
                      <a:schemeClr val="accent2"/>
                    </a:gs>
                    <a:gs pos="100000">
                      <a:schemeClr val="accent5"/>
                    </a:gs>
                  </a:gsLst>
                  <a:lin ang="15600000" scaled="0"/>
                </a:gra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247888" y="5138927"/>
            <a:ext cx="3200400" cy="1197864"/>
          </a:xfrm>
        </p:spPr>
        <p:txBody>
          <a:bodyPr vert="horz" lIns="91440" tIns="45720" rIns="91440" bIns="45720" rtlCol="0">
            <a:normAutofit/>
          </a:bodyPr>
          <a:lstStyle>
            <a:lvl1pPr marL="0" indent="0">
              <a:buNone/>
              <a:defRPr lang="en-US" sz="2000" dirty="0"/>
            </a:lvl1pPr>
          </a:lstStyle>
          <a:p>
            <a:pPr lvl="0"/>
            <a:r>
              <a:rPr lang="en-US"/>
              <a:t>Click to edit Master subtitle style</a:t>
            </a:r>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7548451" cy="6858000"/>
          </a:xfrm>
          <a:blipFill>
            <a:blip r:embed="rId2">
              <a:alphaModFix amt="70000"/>
            </a:blip>
            <a:stretch>
              <a:fillRect/>
            </a:stretch>
          </a:blipFill>
        </p:spPr>
        <p:txBody>
          <a:bodyPr/>
          <a:lstStyle>
            <a:lvl1pPr marL="0" indent="0">
              <a:buNone/>
              <a:defRPr/>
            </a:lvl1pPr>
          </a:lstStyle>
          <a:p>
            <a:r>
              <a:rPr lang="en-US"/>
              <a:t> </a:t>
            </a:r>
          </a:p>
        </p:txBody>
      </p:sp>
      <p:grpSp>
        <p:nvGrpSpPr>
          <p:cNvPr id="7" name="Group 6">
            <a:extLst>
              <a:ext uri="{FF2B5EF4-FFF2-40B4-BE49-F238E27FC236}">
                <a16:creationId xmlns:a16="http://schemas.microsoft.com/office/drawing/2014/main" id="{9BCBE317-7590-8646-B2DB-5BED6EE8A19B}"/>
              </a:ext>
              <a:ext uri="{C183D7F6-B498-43B3-948B-1728B52AA6E4}">
                <adec:decorative xmlns:adec="http://schemas.microsoft.com/office/drawing/2017/decorative" val="1"/>
              </a:ext>
            </a:extLst>
          </p:cNvPr>
          <p:cNvGrpSpPr/>
          <p:nvPr/>
        </p:nvGrpSpPr>
        <p:grpSpPr>
          <a:xfrm rot="5400000">
            <a:off x="4181134" y="3367319"/>
            <a:ext cx="6858000" cy="123363"/>
            <a:chOff x="-5025" y="6737718"/>
            <a:chExt cx="12207200" cy="123363"/>
          </a:xfrm>
        </p:grpSpPr>
        <p:sp>
          <p:nvSpPr>
            <p:cNvPr id="8" name="Rectangle 7">
              <a:extLst>
                <a:ext uri="{FF2B5EF4-FFF2-40B4-BE49-F238E27FC236}">
                  <a16:creationId xmlns:a16="http://schemas.microsoft.com/office/drawing/2014/main" id="{55B255D3-4FB2-87A8-E502-9CDE10990A39}"/>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D15F704-CD21-A249-03F6-4F036D21400B}"/>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Footer Placeholder 4">
            <a:extLst>
              <a:ext uri="{FF2B5EF4-FFF2-40B4-BE49-F238E27FC236}">
                <a16:creationId xmlns:a16="http://schemas.microsoft.com/office/drawing/2014/main" id="{6B30B7E9-D8D3-BC56-A758-6C86B58C0AC5}"/>
              </a:ext>
            </a:extLst>
          </p:cNvPr>
          <p:cNvSpPr>
            <a:spLocks noGrp="1"/>
          </p:cNvSpPr>
          <p:nvPr>
            <p:ph type="ftr" sz="quarter" idx="15"/>
          </p:nvPr>
        </p:nvSpPr>
        <p:spPr>
          <a:xfrm>
            <a:off x="8247888" y="6318504"/>
            <a:ext cx="2459736" cy="365760"/>
          </a:xfrm>
        </p:spPr>
        <p:txBody>
          <a:bodyPr/>
          <a:lstStyle/>
          <a:p>
            <a:endParaRPr lang="en-US"/>
          </a:p>
        </p:txBody>
      </p:sp>
      <p:sp>
        <p:nvSpPr>
          <p:cNvPr id="4" name="Date Placeholder 3">
            <a:extLst>
              <a:ext uri="{FF2B5EF4-FFF2-40B4-BE49-F238E27FC236}">
                <a16:creationId xmlns:a16="http://schemas.microsoft.com/office/drawing/2014/main" id="{3D4FF974-138E-88CF-9001-1A07C67D1DFD}"/>
              </a:ext>
            </a:extLst>
          </p:cNvPr>
          <p:cNvSpPr>
            <a:spLocks noGrp="1"/>
          </p:cNvSpPr>
          <p:nvPr>
            <p:ph type="dt" sz="half" idx="14"/>
          </p:nvPr>
        </p:nvSpPr>
        <p:spPr>
          <a:xfrm>
            <a:off x="10707624" y="6318504"/>
            <a:ext cx="859536" cy="365760"/>
          </a:xfrm>
        </p:spPr>
        <p:txBody>
          <a:bodyPr/>
          <a:lstStyle/>
          <a:p>
            <a:fld id="{3AEEF7F6-ECFE-4473-B3E9-C91BE833927A}" type="datetimeFigureOut">
              <a:rPr lang="en-US" smtClean="0"/>
              <a:t>12/2/25</a:t>
            </a:fld>
            <a:endParaRPr lang="en-US"/>
          </a:p>
        </p:txBody>
      </p:sp>
      <p:sp>
        <p:nvSpPr>
          <p:cNvPr id="6" name="Slide Number Placeholder 5">
            <a:extLst>
              <a:ext uri="{FF2B5EF4-FFF2-40B4-BE49-F238E27FC236}">
                <a16:creationId xmlns:a16="http://schemas.microsoft.com/office/drawing/2014/main" id="{E1DA7CD4-7B92-1CD1-A9F0-94B053972CA3}"/>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81948945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bg>
      <p:bgRef idx="1001">
        <a:schemeClr val="bg1"/>
      </p:bgRef>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CEAB82C7-4740-BEAB-85E9-C816E1CDC453}"/>
              </a:ext>
              <a:ext uri="{C183D7F6-B498-43B3-948B-1728B52AA6E4}">
                <adec:decorative xmlns:adec="http://schemas.microsoft.com/office/drawing/2017/decorative" val="1"/>
              </a:ext>
            </a:extLst>
          </p:cNvPr>
          <p:cNvGrpSpPr/>
          <p:nvPr/>
        </p:nvGrpSpPr>
        <p:grpSpPr>
          <a:xfrm rot="10800000">
            <a:off x="0" y="4492680"/>
            <a:ext cx="12207200" cy="123363"/>
            <a:chOff x="-5025" y="6737718"/>
            <a:chExt cx="12207200" cy="123363"/>
          </a:xfrm>
        </p:grpSpPr>
        <p:sp>
          <p:nvSpPr>
            <p:cNvPr id="5" name="Rectangle 4">
              <a:extLst>
                <a:ext uri="{FF2B5EF4-FFF2-40B4-BE49-F238E27FC236}">
                  <a16:creationId xmlns:a16="http://schemas.microsoft.com/office/drawing/2014/main" id="{0B7E10D0-EE9E-6432-2C4D-0324DE19518E}"/>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663B4BE8-5DA5-6F2B-0DB6-7901D4547F64}"/>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22732" y="4965192"/>
            <a:ext cx="11146536" cy="786384"/>
          </a:xfrm>
        </p:spPr>
        <p:txBody>
          <a:bodyPr anchor="b">
            <a:normAutofit/>
          </a:bodyPr>
          <a:lstStyle>
            <a:lvl1pPr algn="ctr">
              <a:defRPr sz="36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43000" y="5806440"/>
            <a:ext cx="9902952" cy="576072"/>
          </a:xfrm>
        </p:spPr>
        <p:txBody>
          <a:bodyPr anchor="t">
            <a:norm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4492679"/>
          </a:xfrm>
          <a:blipFill>
            <a:blip r:embed="rId2">
              <a:alphaModFix amt="70000"/>
            </a:blip>
            <a:stretch>
              <a:fillRect/>
            </a:stretch>
          </a:blipFill>
        </p:spPr>
        <p:txBody>
          <a:bodyPr/>
          <a:lstStyle>
            <a:lvl1pPr marL="0" indent="0">
              <a:buNone/>
              <a:defRPr/>
            </a:lvl1pPr>
          </a:lstStyle>
          <a:p>
            <a:r>
              <a:rPr lang="en-US"/>
              <a:t> </a:t>
            </a:r>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p:txBody>
          <a:bodyPr/>
          <a:lstStyle/>
          <a:p>
            <a:endParaRPr lang="en-US"/>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p:txBody>
          <a:bodyPr/>
          <a:lstStyle/>
          <a:p>
            <a:fld id="{3AEEF7F6-ECFE-4473-B3E9-C91BE833927A}" type="datetimeFigureOut">
              <a:rPr lang="en-US" smtClean="0"/>
              <a:t>12/2/25</a:t>
            </a:fld>
            <a:endParaRPr lang="en-US"/>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33669055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429768"/>
            <a:ext cx="9336024" cy="3776472"/>
          </a:xfrm>
        </p:spPr>
        <p:txBody>
          <a:bodyPr vert="horz" lIns="91440" tIns="45720" rIns="91440" bIns="45720" rtlCol="0" anchor="t">
            <a:normAutofit/>
          </a:bodyPr>
          <a:lstStyle>
            <a:lvl1pPr>
              <a:defRPr lang="en-US" sz="8000" dirty="0">
                <a:gradFill>
                  <a:gsLst>
                    <a:gs pos="0">
                      <a:schemeClr val="accent5"/>
                    </a:gs>
                    <a:gs pos="100000">
                      <a:schemeClr val="accent2"/>
                    </a:gs>
                  </a:gsLst>
                  <a:lin ang="6000000" scaled="0"/>
                </a:gra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663440"/>
            <a:ext cx="6903720" cy="1344168"/>
          </a:xfrm>
        </p:spPr>
        <p:txBody>
          <a:bodyPr vert="horz" lIns="91440" tIns="45720" rIns="91440" bIns="45720" rtlCol="0" anchor="ctr">
            <a:normAutofit/>
          </a:bodyPr>
          <a:lstStyle>
            <a:lvl1pPr marL="0" indent="0">
              <a:buNone/>
              <a:defRPr lang="en-US" sz="200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50AAE0C5-AA7D-C4A0-BB09-3D328C8523AC}"/>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F8454691-E40E-1B02-C9B2-FD70013E0175}"/>
              </a:ext>
            </a:extLst>
          </p:cNvPr>
          <p:cNvSpPr>
            <a:spLocks noGrp="1"/>
          </p:cNvSpPr>
          <p:nvPr>
            <p:ph type="dt" sz="half" idx="10"/>
          </p:nvPr>
        </p:nvSpPr>
        <p:spPr/>
        <p:txBody>
          <a:bodyPr/>
          <a:lstStyle/>
          <a:p>
            <a:fld id="{3AEEF7F6-ECFE-4473-B3E9-C91BE833927A}" type="datetimeFigureOut">
              <a:rPr lang="en-US" smtClean="0"/>
              <a:t>12/2/25</a:t>
            </a:fld>
            <a:endParaRPr lang="en-US"/>
          </a:p>
        </p:txBody>
      </p:sp>
      <p:sp>
        <p:nvSpPr>
          <p:cNvPr id="6" name="Slide Number Placeholder 5">
            <a:extLst>
              <a:ext uri="{FF2B5EF4-FFF2-40B4-BE49-F238E27FC236}">
                <a16:creationId xmlns:a16="http://schemas.microsoft.com/office/drawing/2014/main" id="{8D766BF4-6BB2-066C-5243-2D5CF17BA496}"/>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402382917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429768"/>
            <a:ext cx="9336024" cy="3776472"/>
          </a:xfrm>
        </p:spPr>
        <p:txBody>
          <a:bodyPr vert="horz" lIns="91440" tIns="45720" rIns="91440" bIns="45720" rtlCol="0" anchor="b">
            <a:normAutofit/>
          </a:bodyPr>
          <a:lstStyle>
            <a:lvl1pPr>
              <a:defRPr lang="en-US" sz="8000" dirty="0">
                <a:gradFill>
                  <a:gsLst>
                    <a:gs pos="0">
                      <a:schemeClr val="accent5"/>
                    </a:gs>
                    <a:gs pos="100000">
                      <a:schemeClr val="accent2"/>
                    </a:gs>
                  </a:gsLst>
                  <a:lin ang="6000000" scaled="0"/>
                </a:gra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663440"/>
            <a:ext cx="6903720" cy="1344168"/>
          </a:xfrm>
        </p:spPr>
        <p:txBody>
          <a:bodyPr vert="horz" lIns="91440" tIns="45720" rIns="91440" bIns="45720" rtlCol="0" anchor="t">
            <a:normAutofit/>
          </a:bodyPr>
          <a:lstStyle>
            <a:lvl1pPr marL="0" indent="0">
              <a:buNone/>
              <a:defRPr lang="en-US" sz="200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50AAE0C5-AA7D-C4A0-BB09-3D328C8523AC}"/>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F8454691-E40E-1B02-C9B2-FD70013E0175}"/>
              </a:ext>
            </a:extLst>
          </p:cNvPr>
          <p:cNvSpPr>
            <a:spLocks noGrp="1"/>
          </p:cNvSpPr>
          <p:nvPr>
            <p:ph type="dt" sz="half" idx="10"/>
          </p:nvPr>
        </p:nvSpPr>
        <p:spPr/>
        <p:txBody>
          <a:bodyPr/>
          <a:lstStyle/>
          <a:p>
            <a:fld id="{3AEEF7F6-ECFE-4473-B3E9-C91BE833927A}" type="datetimeFigureOut">
              <a:rPr lang="en-US" smtClean="0"/>
              <a:t>12/2/25</a:t>
            </a:fld>
            <a:endParaRPr lang="en-US"/>
          </a:p>
        </p:txBody>
      </p:sp>
      <p:sp>
        <p:nvSpPr>
          <p:cNvPr id="6" name="Slide Number Placeholder 5">
            <a:extLst>
              <a:ext uri="{FF2B5EF4-FFF2-40B4-BE49-F238E27FC236}">
                <a16:creationId xmlns:a16="http://schemas.microsoft.com/office/drawing/2014/main" id="{8D766BF4-6BB2-066C-5243-2D5CF17BA496}"/>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59812892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A219385-CEEC-20A5-C72F-B13448DE6E0F}"/>
              </a:ext>
            </a:extLst>
          </p:cNvPr>
          <p:cNvSpPr/>
          <p:nvPr/>
        </p:nvSpPr>
        <p:spPr>
          <a:xfrm>
            <a:off x="0" y="-12003"/>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9FFFB07-15C3-5030-73A7-6D0EBC2FB180}"/>
              </a:ext>
            </a:extLst>
          </p:cNvPr>
          <p:cNvSpPr/>
          <p:nvPr/>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FFC67F9-A48C-BB0E-03C5-9C32A6BB8C5D}"/>
              </a:ext>
            </a:extLst>
          </p:cNvPr>
          <p:cNvSpPr/>
          <p:nvPr/>
        </p:nvSpPr>
        <p:spPr>
          <a:xfrm rot="16200000" flipH="1">
            <a:off x="2660997" y="-2673001"/>
            <a:ext cx="6870003" cy="12192002"/>
          </a:xfrm>
          <a:prstGeom prst="rect">
            <a:avLst/>
          </a:prstGeom>
          <a:gradFill>
            <a:gsLst>
              <a:gs pos="0">
                <a:schemeClr val="accent2"/>
              </a:gs>
              <a:gs pos="94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8A2436E8-8599-9171-B0E5-3A3CED0AE2C4}"/>
              </a:ext>
            </a:extLst>
          </p:cNvPr>
          <p:cNvSpPr/>
          <p:nvPr/>
        </p:nvSpPr>
        <p:spPr>
          <a:xfrm rot="5400000" flipH="1">
            <a:off x="2719785" y="-1537266"/>
            <a:ext cx="5669226" cy="11108800"/>
          </a:xfrm>
          <a:prstGeom prst="rect">
            <a:avLst/>
          </a:prstGeom>
          <a:gradFill flip="none" rotWithShape="1">
            <a:gsLst>
              <a:gs pos="0">
                <a:schemeClr val="accent5">
                  <a:lumMod val="75000"/>
                  <a:alpha val="90000"/>
                </a:schemeClr>
              </a:gs>
              <a:gs pos="39000">
                <a:schemeClr val="accent5">
                  <a:lumMod val="60000"/>
                  <a:lumOff val="40000"/>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Rectangle 9">
            <a:extLst>
              <a:ext uri="{FF2B5EF4-FFF2-40B4-BE49-F238E27FC236}">
                <a16:creationId xmlns:a16="http://schemas.microsoft.com/office/drawing/2014/main" id="{9D052CAB-57CB-D9A8-5BBE-F7898C5ECEE0}"/>
              </a:ext>
              <a:ext uri="{C183D7F6-B498-43B3-948B-1728B52AA6E4}">
                <adec:decorative xmlns:adec="http://schemas.microsoft.com/office/drawing/2017/decorative" val="1"/>
              </a:ext>
            </a:extLst>
          </p:cNvPr>
          <p:cNvSpPr/>
          <p:nvPr/>
        </p:nvSpPr>
        <p:spPr>
          <a:xfrm rot="16200000" flipH="1">
            <a:off x="-648303" y="636301"/>
            <a:ext cx="6870003" cy="5573396"/>
          </a:xfrm>
          <a:prstGeom prst="rect">
            <a:avLst/>
          </a:prstGeom>
          <a:gradFill flip="none" rotWithShape="1">
            <a:gsLst>
              <a:gs pos="2000">
                <a:schemeClr val="accent2">
                  <a:lumMod val="75000"/>
                </a:schemeClr>
              </a:gs>
              <a:gs pos="37000">
                <a:schemeClr val="accent2">
                  <a:alpha val="0"/>
                </a:schemeClr>
              </a:gs>
            </a:gsLst>
            <a:lin ang="36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solidFill>
                <a:srgbClr val="FFFFFF"/>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429768"/>
            <a:ext cx="9336024" cy="3776472"/>
          </a:xfrm>
        </p:spPr>
        <p:txBody>
          <a:bodyPr vert="horz" lIns="91440" tIns="45720" rIns="91440" bIns="45720" rtlCol="0" anchor="t">
            <a:normAutofit/>
          </a:bodyPr>
          <a:lstStyle>
            <a:lvl1pPr>
              <a:defRPr lang="en-US" sz="8000" dirty="0">
                <a:solidFill>
                  <a:schemeClr val="tx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663440"/>
            <a:ext cx="6903720" cy="1344168"/>
          </a:xfrm>
        </p:spPr>
        <p:txBody>
          <a:bodyPr vert="horz" lIns="91440" tIns="45720" rIns="91440" bIns="45720" rtlCol="0" anchor="ctr">
            <a:normAutofit/>
          </a:bodyPr>
          <a:lstStyle>
            <a:lvl1pPr marL="0" indent="0">
              <a:buNone/>
              <a:defRPr lang="en-US" sz="2000" dirty="0">
                <a:solidFill>
                  <a:schemeClr val="tx1"/>
                </a:solidFill>
              </a:defRPr>
            </a:lvl1pPr>
          </a:lstStyle>
          <a:p>
            <a:pPr lvl="0"/>
            <a:r>
              <a:rPr lang="en-US"/>
              <a:t>Click to edit Master subtitle style</a:t>
            </a:r>
          </a:p>
        </p:txBody>
      </p:sp>
      <p:sp>
        <p:nvSpPr>
          <p:cNvPr id="12" name="Footer Placeholder 11">
            <a:extLst>
              <a:ext uri="{FF2B5EF4-FFF2-40B4-BE49-F238E27FC236}">
                <a16:creationId xmlns:a16="http://schemas.microsoft.com/office/drawing/2014/main" id="{1EF90BDF-2A3B-8AD7-6EE4-11ED28664F7A}"/>
              </a:ext>
            </a:extLst>
          </p:cNvPr>
          <p:cNvSpPr>
            <a:spLocks noGrp="1"/>
          </p:cNvSpPr>
          <p:nvPr>
            <p:ph type="ftr" sz="quarter" idx="11"/>
          </p:nvPr>
        </p:nvSpPr>
        <p:spPr/>
        <p:txBody>
          <a:bodyPr/>
          <a:lstStyle>
            <a:lvl1pPr>
              <a:defRPr>
                <a:solidFill>
                  <a:schemeClr val="tx1"/>
                </a:solidFill>
              </a:defRPr>
            </a:lvl1pPr>
          </a:lstStyle>
          <a:p>
            <a:endParaRPr lang="en-US"/>
          </a:p>
        </p:txBody>
      </p:sp>
      <p:sp>
        <p:nvSpPr>
          <p:cNvPr id="11" name="Date Placeholder 10">
            <a:extLst>
              <a:ext uri="{FF2B5EF4-FFF2-40B4-BE49-F238E27FC236}">
                <a16:creationId xmlns:a16="http://schemas.microsoft.com/office/drawing/2014/main" id="{81B66C1B-A1AD-A2BC-11D8-9AEA5E834AAC}"/>
              </a:ext>
            </a:extLst>
          </p:cNvPr>
          <p:cNvSpPr>
            <a:spLocks noGrp="1"/>
          </p:cNvSpPr>
          <p:nvPr>
            <p:ph type="dt" sz="half" idx="10"/>
          </p:nvPr>
        </p:nvSpPr>
        <p:spPr/>
        <p:txBody>
          <a:bodyPr/>
          <a:lstStyle>
            <a:lvl1pPr>
              <a:defRPr>
                <a:solidFill>
                  <a:schemeClr val="tx1"/>
                </a:solidFill>
              </a:defRPr>
            </a:lvl1pPr>
          </a:lstStyle>
          <a:p>
            <a:fld id="{3AEEF7F6-ECFE-4473-B3E9-C91BE833927A}" type="datetimeFigureOut">
              <a:rPr lang="en-US" smtClean="0"/>
              <a:t>12/2/25</a:t>
            </a:fld>
            <a:endParaRPr lang="en-US"/>
          </a:p>
        </p:txBody>
      </p:sp>
      <p:sp>
        <p:nvSpPr>
          <p:cNvPr id="13" name="Slide Number Placeholder 12">
            <a:extLst>
              <a:ext uri="{FF2B5EF4-FFF2-40B4-BE49-F238E27FC236}">
                <a16:creationId xmlns:a16="http://schemas.microsoft.com/office/drawing/2014/main" id="{9A384A4A-7C42-E7AC-02FD-B65B61D21490}"/>
              </a:ext>
            </a:extLst>
          </p:cNvPr>
          <p:cNvSpPr>
            <a:spLocks noGrp="1"/>
          </p:cNvSpPr>
          <p:nvPr>
            <p:ph type="sldNum" sz="quarter" idx="12"/>
          </p:nvPr>
        </p:nvSpPr>
        <p:spPr/>
        <p:txBody>
          <a:bodyPr/>
          <a:lstStyle>
            <a:lvl1pPr>
              <a:defRPr>
                <a:solidFill>
                  <a:schemeClr val="tx1"/>
                </a:solidFill>
              </a:defRPr>
            </a:lvl1pPr>
          </a:lstStyle>
          <a:p>
            <a:fld id="{5DAD859A-2C66-45B9-9A71-3CF205EC2D4A}" type="slidenum">
              <a:rPr lang="en-US" smtClean="0"/>
              <a:t>‹#›</a:t>
            </a:fld>
            <a:endParaRPr lang="en-US"/>
          </a:p>
        </p:txBody>
      </p:sp>
    </p:spTree>
    <p:extLst>
      <p:ext uri="{BB962C8B-B14F-4D97-AF65-F5344CB8AC3E}">
        <p14:creationId xmlns:p14="http://schemas.microsoft.com/office/powerpoint/2010/main" val="131323475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4F65FF0-EE88-E48A-1552-AF2B228EADC6}"/>
              </a:ext>
            </a:extLst>
          </p:cNvPr>
          <p:cNvSpPr/>
          <p:nvPr/>
        </p:nvSpPr>
        <p:spPr>
          <a:xfrm>
            <a:off x="0" y="0"/>
            <a:ext cx="12192000" cy="6857999"/>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3D93006-CD9A-ACB8-4DFF-755585BD51C6}"/>
              </a:ext>
            </a:extLst>
          </p:cNvPr>
          <p:cNvSpPr/>
          <p:nvPr/>
        </p:nvSpPr>
        <p:spPr>
          <a:xfrm rot="5400000" flipH="1" flipV="1">
            <a:off x="2657856" y="-2666214"/>
            <a:ext cx="6876288" cy="12192001"/>
          </a:xfrm>
          <a:prstGeom prst="rect">
            <a:avLst/>
          </a:prstGeom>
          <a:gradFill>
            <a:gsLst>
              <a:gs pos="13000">
                <a:schemeClr val="accent2"/>
              </a:gs>
              <a:gs pos="100000">
                <a:schemeClr val="accent5"/>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6" name="Rectangle 5">
            <a:extLst>
              <a:ext uri="{FF2B5EF4-FFF2-40B4-BE49-F238E27FC236}">
                <a16:creationId xmlns:a16="http://schemas.microsoft.com/office/drawing/2014/main" id="{3B71B6E1-2B98-87C0-C97D-DC19E754324D}"/>
              </a:ext>
            </a:extLst>
          </p:cNvPr>
          <p:cNvSpPr/>
          <p:nvPr/>
        </p:nvSpPr>
        <p:spPr>
          <a:xfrm rot="16200000" flipH="1" flipV="1">
            <a:off x="2144989" y="-2153344"/>
            <a:ext cx="5473326" cy="9763303"/>
          </a:xfrm>
          <a:prstGeom prst="rect">
            <a:avLst/>
          </a:prstGeom>
          <a:gradFill flip="none" rotWithShape="1">
            <a:gsLst>
              <a:gs pos="0">
                <a:schemeClr val="accent5">
                  <a:lumMod val="75000"/>
                  <a:alpha val="68000"/>
                </a:schemeClr>
              </a:gs>
              <a:gs pos="45000">
                <a:schemeClr val="accent5">
                  <a:lumMod val="60000"/>
                  <a:lumOff val="40000"/>
                  <a:alpha val="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7" name="Rectangle 6">
            <a:extLst>
              <a:ext uri="{FF2B5EF4-FFF2-40B4-BE49-F238E27FC236}">
                <a16:creationId xmlns:a16="http://schemas.microsoft.com/office/drawing/2014/main" id="{A35B8330-0A40-6340-3205-86A38459537F}"/>
              </a:ext>
            </a:extLst>
          </p:cNvPr>
          <p:cNvSpPr/>
          <p:nvPr/>
        </p:nvSpPr>
        <p:spPr>
          <a:xfrm flipV="1">
            <a:off x="1031672" y="2962966"/>
            <a:ext cx="11160328" cy="3895034"/>
          </a:xfrm>
          <a:prstGeom prst="rect">
            <a:avLst/>
          </a:prstGeom>
          <a:gradFill>
            <a:gsLst>
              <a:gs pos="0">
                <a:schemeClr val="accent5">
                  <a:lumMod val="75000"/>
                </a:schemeClr>
              </a:gs>
              <a:gs pos="42000">
                <a:schemeClr val="accent5">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3" name="Rectangle 12">
            <a:extLst>
              <a:ext uri="{FF2B5EF4-FFF2-40B4-BE49-F238E27FC236}">
                <a16:creationId xmlns:a16="http://schemas.microsoft.com/office/drawing/2014/main" id="{DA413373-13C5-71D9-C45A-699B0F451355}"/>
              </a:ext>
              <a:ext uri="{C183D7F6-B498-43B3-948B-1728B52AA6E4}">
                <adec:decorative xmlns:adec="http://schemas.microsoft.com/office/drawing/2017/decorative" val="1"/>
              </a:ext>
            </a:extLst>
          </p:cNvPr>
          <p:cNvSpPr/>
          <p:nvPr/>
        </p:nvSpPr>
        <p:spPr>
          <a:xfrm rot="5400000" flipH="1" flipV="1">
            <a:off x="1233479" y="361146"/>
            <a:ext cx="5263375" cy="7730333"/>
          </a:xfrm>
          <a:prstGeom prst="rect">
            <a:avLst/>
          </a:prstGeom>
          <a:gradFill flip="none" rotWithShape="1">
            <a:gsLst>
              <a:gs pos="8000">
                <a:schemeClr val="accent2">
                  <a:lumMod val="75000"/>
                </a:schemeClr>
              </a:gs>
              <a:gs pos="50000">
                <a:schemeClr val="accent2">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solidFill>
                <a:srgbClr val="FFFFFF"/>
              </a:solidFill>
            </a:endParaRPr>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612648" y="2093976"/>
            <a:ext cx="8229600" cy="4178808"/>
          </a:xfrm>
        </p:spPr>
        <p:txBody>
          <a:bodyPr vert="horz" lIns="91440" tIns="45720" rIns="91440" bIns="45720" rtlCol="0" anchor="b">
            <a:normAutofit/>
          </a:bodyPr>
          <a:lstStyle>
            <a:lvl1pPr>
              <a:defRPr lang="en-US" sz="6600" dirty="0">
                <a:solidFill>
                  <a:schemeClr val="tx1"/>
                </a:solidFill>
              </a:defRPr>
            </a:lvl1pPr>
          </a:lstStyle>
          <a:p>
            <a:pPr lvl="0"/>
            <a:r>
              <a:rPr lang="en-US"/>
              <a:t>Click to edit Master title style</a:t>
            </a:r>
          </a:p>
        </p:txBody>
      </p:sp>
      <p:sp>
        <p:nvSpPr>
          <p:cNvPr id="15" name="Footer Placeholder 14">
            <a:extLst>
              <a:ext uri="{FF2B5EF4-FFF2-40B4-BE49-F238E27FC236}">
                <a16:creationId xmlns:a16="http://schemas.microsoft.com/office/drawing/2014/main" id="{C3B3753E-6E60-F731-58BF-7C4D0497E939}"/>
              </a:ext>
            </a:extLst>
          </p:cNvPr>
          <p:cNvSpPr>
            <a:spLocks noGrp="1"/>
          </p:cNvSpPr>
          <p:nvPr>
            <p:ph type="ftr" sz="quarter" idx="11"/>
          </p:nvPr>
        </p:nvSpPr>
        <p:spPr/>
        <p:txBody>
          <a:bodyPr/>
          <a:lstStyle>
            <a:lvl1pPr>
              <a:defRPr>
                <a:solidFill>
                  <a:schemeClr val="tx1"/>
                </a:solidFill>
              </a:defRPr>
            </a:lvl1pPr>
          </a:lstStyle>
          <a:p>
            <a:endParaRPr lang="en-US"/>
          </a:p>
        </p:txBody>
      </p:sp>
      <p:sp>
        <p:nvSpPr>
          <p:cNvPr id="14" name="Date Placeholder 13">
            <a:extLst>
              <a:ext uri="{FF2B5EF4-FFF2-40B4-BE49-F238E27FC236}">
                <a16:creationId xmlns:a16="http://schemas.microsoft.com/office/drawing/2014/main" id="{08CEB89B-6066-557A-EBEC-18307AC240FE}"/>
              </a:ext>
            </a:extLst>
          </p:cNvPr>
          <p:cNvSpPr>
            <a:spLocks noGrp="1"/>
          </p:cNvSpPr>
          <p:nvPr>
            <p:ph type="dt" sz="half" idx="10"/>
          </p:nvPr>
        </p:nvSpPr>
        <p:spPr/>
        <p:txBody>
          <a:bodyPr/>
          <a:lstStyle>
            <a:lvl1pPr>
              <a:defRPr>
                <a:solidFill>
                  <a:schemeClr val="tx1"/>
                </a:solidFill>
              </a:defRPr>
            </a:lvl1pPr>
          </a:lstStyle>
          <a:p>
            <a:fld id="{3AEEF7F6-ECFE-4473-B3E9-C91BE833927A}" type="datetimeFigureOut">
              <a:rPr lang="en-US" smtClean="0"/>
              <a:t>12/2/25</a:t>
            </a:fld>
            <a:endParaRPr lang="en-US"/>
          </a:p>
        </p:txBody>
      </p:sp>
      <p:sp>
        <p:nvSpPr>
          <p:cNvPr id="16" name="Slide Number Placeholder 15">
            <a:extLst>
              <a:ext uri="{FF2B5EF4-FFF2-40B4-BE49-F238E27FC236}">
                <a16:creationId xmlns:a16="http://schemas.microsoft.com/office/drawing/2014/main" id="{C2114D5C-BE8D-24C7-4A79-C0C28376AA5F}"/>
              </a:ext>
            </a:extLst>
          </p:cNvPr>
          <p:cNvSpPr>
            <a:spLocks noGrp="1"/>
          </p:cNvSpPr>
          <p:nvPr>
            <p:ph type="sldNum" sz="quarter" idx="12"/>
          </p:nvPr>
        </p:nvSpPr>
        <p:spPr/>
        <p:txBody>
          <a:bodyPr/>
          <a:lstStyle>
            <a:lvl1pPr>
              <a:defRPr>
                <a:solidFill>
                  <a:schemeClr val="tx1"/>
                </a:solidFill>
              </a:defRPr>
            </a:lvl1pPr>
          </a:lstStyle>
          <a:p>
            <a:fld id="{5DAD859A-2C66-45B9-9A71-3CF205EC2D4A}" type="slidenum">
              <a:rPr lang="en-US" smtClean="0"/>
              <a:t>‹#›</a:t>
            </a:fld>
            <a:endParaRPr lang="en-US"/>
          </a:p>
        </p:txBody>
      </p:sp>
    </p:spTree>
    <p:extLst>
      <p:ext uri="{BB962C8B-B14F-4D97-AF65-F5344CB8AC3E}">
        <p14:creationId xmlns:p14="http://schemas.microsoft.com/office/powerpoint/2010/main" val="3534333698"/>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612646" y="2093976"/>
            <a:ext cx="8229600" cy="4178808"/>
          </a:xfrm>
        </p:spPr>
        <p:txBody>
          <a:bodyPr vert="horz" lIns="91440" tIns="45720" rIns="91440" bIns="45720" rtlCol="0" anchor="b">
            <a:normAutofit/>
          </a:bodyPr>
          <a:lstStyle>
            <a:lvl1pPr>
              <a:defRPr lang="en-US" sz="7200" dirty="0">
                <a:gradFill>
                  <a:gsLst>
                    <a:gs pos="0">
                      <a:schemeClr val="accent5"/>
                    </a:gs>
                    <a:gs pos="100000">
                      <a:schemeClr val="accent2"/>
                    </a:gs>
                  </a:gsLst>
                  <a:lin ang="6000000" scaled="0"/>
                </a:gradFill>
              </a:defRPr>
            </a:lvl1pPr>
          </a:lstStyle>
          <a:p>
            <a:pPr lvl="0"/>
            <a:r>
              <a:rPr lang="en-US"/>
              <a:t>Click to edit Master title style</a:t>
            </a:r>
          </a:p>
        </p:txBody>
      </p:sp>
      <p:sp>
        <p:nvSpPr>
          <p:cNvPr id="5" name="Footer Placeholder 4">
            <a:extLst>
              <a:ext uri="{FF2B5EF4-FFF2-40B4-BE49-F238E27FC236}">
                <a16:creationId xmlns:a16="http://schemas.microsoft.com/office/drawing/2014/main" id="{028F8ECD-BC5C-69B8-45CB-D6C697E807BB}"/>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57F97286-C615-453F-E284-B5C22987E2C1}"/>
              </a:ext>
            </a:extLst>
          </p:cNvPr>
          <p:cNvSpPr>
            <a:spLocks noGrp="1"/>
          </p:cNvSpPr>
          <p:nvPr>
            <p:ph type="dt" sz="half" idx="10"/>
          </p:nvPr>
        </p:nvSpPr>
        <p:spPr/>
        <p:txBody>
          <a:bodyPr/>
          <a:lstStyle/>
          <a:p>
            <a:fld id="{3AEEF7F6-ECFE-4473-B3E9-C91BE833927A}" type="datetimeFigureOut">
              <a:rPr lang="en-US" smtClean="0"/>
              <a:t>12/2/25</a:t>
            </a:fld>
            <a:endParaRPr lang="en-US"/>
          </a:p>
        </p:txBody>
      </p:sp>
      <p:sp>
        <p:nvSpPr>
          <p:cNvPr id="6" name="Slide Number Placeholder 5">
            <a:extLst>
              <a:ext uri="{FF2B5EF4-FFF2-40B4-BE49-F238E27FC236}">
                <a16:creationId xmlns:a16="http://schemas.microsoft.com/office/drawing/2014/main" id="{96A721B8-1357-D164-0082-D2B50441B990}"/>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40678789"/>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bg>
      <p:bgRef idx="1001">
        <a:schemeClr val="bg1"/>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3DF4C684-CDD4-5CA8-12DC-BB0C4BFE21EA}"/>
              </a:ext>
              <a:ext uri="{C183D7F6-B498-43B3-948B-1728B52AA6E4}">
                <adec:decorative xmlns:adec="http://schemas.microsoft.com/office/drawing/2017/decorative" val="1"/>
              </a:ext>
            </a:extLst>
          </p:cNvPr>
          <p:cNvGrpSpPr/>
          <p:nvPr/>
        </p:nvGrpSpPr>
        <p:grpSpPr>
          <a:xfrm>
            <a:off x="0" y="-4329"/>
            <a:ext cx="5056093" cy="6869586"/>
            <a:chOff x="5171844" y="-11586"/>
            <a:chExt cx="7020159" cy="6869586"/>
          </a:xfrm>
        </p:grpSpPr>
        <p:sp>
          <p:nvSpPr>
            <p:cNvPr id="4" name="Rectangle 3">
              <a:extLst>
                <a:ext uri="{FF2B5EF4-FFF2-40B4-BE49-F238E27FC236}">
                  <a16:creationId xmlns:a16="http://schemas.microsoft.com/office/drawing/2014/main" id="{F6ECDBF0-A1F0-37B6-C87A-8687287F7950}"/>
                </a:ext>
              </a:extLst>
            </p:cNvPr>
            <p:cNvSpPr/>
            <p:nvPr/>
          </p:nvSpPr>
          <p:spPr>
            <a:xfrm>
              <a:off x="5171848" y="-11580"/>
              <a:ext cx="7020152" cy="6869579"/>
            </a:xfrm>
            <a:prstGeom prst="rect">
              <a:avLst/>
            </a:prstGeom>
            <a:gradFill>
              <a:gsLst>
                <a:gs pos="7000">
                  <a:schemeClr val="accent2"/>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60F90E0-14F7-6838-2C0A-149459C1D143}"/>
                </a:ext>
              </a:extLst>
            </p:cNvPr>
            <p:cNvSpPr/>
            <p:nvPr/>
          </p:nvSpPr>
          <p:spPr>
            <a:xfrm rot="10800000">
              <a:off x="6351336" y="876304"/>
              <a:ext cx="5840664" cy="5981696"/>
            </a:xfrm>
            <a:prstGeom prst="rect">
              <a:avLst/>
            </a:prstGeom>
            <a:gradFill flip="none" rotWithShape="1">
              <a:gsLst>
                <a:gs pos="0">
                  <a:schemeClr val="accent5">
                    <a:lumMod val="75000"/>
                  </a:schemeClr>
                </a:gs>
                <a:gs pos="60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0" name="Rectangle 9">
              <a:extLst>
                <a:ext uri="{FF2B5EF4-FFF2-40B4-BE49-F238E27FC236}">
                  <a16:creationId xmlns:a16="http://schemas.microsoft.com/office/drawing/2014/main" id="{7578B55F-B3C4-0B70-7EAE-5FBFD3308543}"/>
                </a:ext>
              </a:extLst>
            </p:cNvPr>
            <p:cNvSpPr/>
            <p:nvPr/>
          </p:nvSpPr>
          <p:spPr>
            <a:xfrm>
              <a:off x="5171844" y="-11586"/>
              <a:ext cx="5171848" cy="6869586"/>
            </a:xfrm>
            <a:prstGeom prst="rect">
              <a:avLst/>
            </a:prstGeom>
            <a:gradFill flip="none" rotWithShape="1">
              <a:gsLst>
                <a:gs pos="3000">
                  <a:schemeClr val="accent2">
                    <a:alpha val="70000"/>
                  </a:schemeClr>
                </a:gs>
                <a:gs pos="42000">
                  <a:schemeClr val="accent2">
                    <a:alpha val="0"/>
                  </a:schemeClr>
                </a:gs>
              </a:gsLst>
              <a:lin ang="3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FFBDE35-AEB9-6AFE-BC7A-79FEFBB51D0A}"/>
                </a:ext>
              </a:extLst>
            </p:cNvPr>
            <p:cNvSpPr/>
            <p:nvPr/>
          </p:nvSpPr>
          <p:spPr>
            <a:xfrm rot="16200000">
              <a:off x="6042356" y="708353"/>
              <a:ext cx="6869583" cy="5429710"/>
            </a:xfrm>
            <a:prstGeom prst="rect">
              <a:avLst/>
            </a:prstGeom>
            <a:gradFill>
              <a:gsLst>
                <a:gs pos="0">
                  <a:schemeClr val="accent5">
                    <a:alpha val="86000"/>
                  </a:schemeClr>
                </a:gs>
                <a:gs pos="57000">
                  <a:schemeClr val="accent2">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58368" y="2103120"/>
            <a:ext cx="3666744" cy="2624328"/>
          </a:xfrm>
          <a:noFill/>
        </p:spPr>
        <p:txBody>
          <a:bodyPr anchor="ctr">
            <a:normAutofit/>
          </a:bodyPr>
          <a:lstStyle>
            <a:lvl1pPr algn="ctr">
              <a:defRPr sz="4800">
                <a:solidFill>
                  <a:schemeClr val="bg1"/>
                </a:solidFill>
              </a:defRPr>
            </a:lvl1pPr>
          </a:lstStyle>
          <a:p>
            <a:r>
              <a:rPr lang="en-US"/>
              <a:t>Click to edit Master title style</a:t>
            </a:r>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p:txBody>
          <a:bodyPr/>
          <a:lstStyle>
            <a:lvl1pPr>
              <a:defRPr>
                <a:solidFill>
                  <a:schemeClr val="bg1"/>
                </a:solidFill>
              </a:defRPr>
            </a:lvl1pPr>
          </a:lstStyle>
          <a:p>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57702" y="877824"/>
            <a:ext cx="5509458" cy="5102352"/>
          </a:xfrm>
        </p:spPr>
        <p:txBody>
          <a:bodyPr vert="horz" lIns="91440" tIns="45720" rIns="91440" bIns="45720" rtlCol="0" anchor="ctr">
            <a:normAutofit/>
          </a:bodyPr>
          <a:lstStyle>
            <a:lvl1pPr marL="457200" indent="-457200">
              <a:buFont typeface="+mj-lt"/>
              <a:buAutoNum type="arabicPeriod"/>
              <a:defRPr lang="en-US" sz="2000" dirty="0"/>
            </a:lvl1pPr>
            <a:lvl2pPr marL="571500" indent="-342900">
              <a:buFont typeface="+mj-lt"/>
              <a:buAutoNum type="arabicPeriod"/>
              <a:defRPr lang="en-US" sz="1800" dirty="0"/>
            </a:lvl2pPr>
            <a:lvl3pPr marL="800100" indent="-342900">
              <a:buFont typeface="+mj-lt"/>
              <a:buAutoNum type="arabicPeriod"/>
              <a:defRPr lang="en-US" sz="1600" dirty="0"/>
            </a:lvl3pPr>
            <a:lvl4pPr>
              <a:buFont typeface="+mj-lt"/>
              <a:buAutoNum type="arabicPeriod"/>
              <a:defRPr lang="en-US" sz="1400" dirty="0"/>
            </a:lvl4pPr>
            <a:lvl5pPr>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p:txBody>
          <a:bodyPr/>
          <a:lstStyle/>
          <a:p>
            <a:fld id="{3AEEF7F6-ECFE-4473-B3E9-C91BE833927A}" type="datetimeFigureOut">
              <a:rPr lang="en-US" smtClean="0"/>
              <a:t>12/2/25</a:t>
            </a:fld>
            <a:endParaRPr lang="en-US"/>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460957508"/>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with Picture">
    <p:bg>
      <p:bgRef idx="1001">
        <a:schemeClr val="bg1"/>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89BA5514-C4EC-5772-F451-90A91C385D21}"/>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4" name="Rectangle 3">
              <a:extLst>
                <a:ext uri="{FF2B5EF4-FFF2-40B4-BE49-F238E27FC236}">
                  <a16:creationId xmlns:a16="http://schemas.microsoft.com/office/drawing/2014/main" id="{1C95E155-D254-47EB-52CD-C66E0A29E9AB}"/>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5" name="Rectangle 4">
              <a:extLst>
                <a:ext uri="{FF2B5EF4-FFF2-40B4-BE49-F238E27FC236}">
                  <a16:creationId xmlns:a16="http://schemas.microsoft.com/office/drawing/2014/main" id="{B947EE6D-F09F-E804-C40C-AB228BDE8E64}"/>
                </a:ext>
              </a:extLst>
            </p:cNvPr>
            <p:cNvSpPr/>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gr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272783" y="722376"/>
            <a:ext cx="5138927" cy="1581912"/>
          </a:xfrm>
        </p:spPr>
        <p:txBody>
          <a:bodyPr vert="horz" lIns="91440" tIns="45720" rIns="91440" bIns="45720" rtlCol="0" anchor="b">
            <a:normAutofit/>
          </a:bodyPr>
          <a:lstStyle>
            <a:lvl1pPr>
              <a:defRPr lang="en-US" sz="6000" dirty="0">
                <a:gradFill>
                  <a:gsLst>
                    <a:gs pos="0">
                      <a:schemeClr val="accent2"/>
                    </a:gs>
                    <a:gs pos="100000">
                      <a:schemeClr val="accent5"/>
                    </a:gs>
                  </a:gsLst>
                  <a:lin ang="12000000" scaled="0"/>
                </a:gradFill>
              </a:defRPr>
            </a:lvl1pPr>
          </a:lstStyle>
          <a:p>
            <a:pPr lvl="0"/>
            <a:r>
              <a:rPr lang="en-US"/>
              <a:t>Click to edit Master title style</a:t>
            </a:r>
          </a:p>
        </p:txBody>
      </p:sp>
      <p:sp>
        <p:nvSpPr>
          <p:cNvPr id="11" name="Picture Placeholder 10">
            <a:extLst>
              <a:ext uri="{FF2B5EF4-FFF2-40B4-BE49-F238E27FC236}">
                <a16:creationId xmlns:a16="http://schemas.microsoft.com/office/drawing/2014/main" id="{630EF3B0-9D02-EBD8-2D14-79BF34534AA1}"/>
              </a:ext>
            </a:extLst>
          </p:cNvPr>
          <p:cNvSpPr>
            <a:spLocks noGrp="1"/>
          </p:cNvSpPr>
          <p:nvPr>
            <p:ph type="pic" sz="quarter" idx="17" hasCustomPrompt="1"/>
          </p:nvPr>
        </p:nvSpPr>
        <p:spPr>
          <a:xfrm>
            <a:off x="119307" y="0"/>
            <a:ext cx="5413248" cy="6858000"/>
          </a:xfrm>
          <a:blipFill>
            <a:blip r:embed="rId2">
              <a:alphaModFix amt="70000"/>
            </a:blip>
            <a:stretch>
              <a:fillRect/>
            </a:stretch>
          </a:blipFill>
        </p:spPr>
        <p:txBody>
          <a:bodyPr/>
          <a:lstStyle>
            <a:lvl1pPr marL="0" indent="0">
              <a:buNone/>
              <a:defRPr/>
            </a:lvl1pPr>
          </a:lstStyle>
          <a:p>
            <a:r>
              <a:rPr lang="en-US"/>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272784" y="2834640"/>
            <a:ext cx="5138928" cy="2999232"/>
          </a:xfrm>
        </p:spPr>
        <p:txBody>
          <a:bodyPr vert="horz" lIns="91440" tIns="45720" rIns="91440" bIns="45720" rtlCol="0" anchor="b">
            <a:normAutofit/>
          </a:bodyPr>
          <a:lstStyle>
            <a:lvl1pPr marL="457200" indent="-457200">
              <a:buFont typeface="+mj-lt"/>
              <a:buAutoNum type="arabicPeriod"/>
              <a:defRPr lang="en-US" sz="2000" dirty="0"/>
            </a:lvl1pPr>
            <a:lvl2pPr marL="571500" indent="-342900">
              <a:buFont typeface="+mj-lt"/>
              <a:buAutoNum type="arabicPeriod"/>
              <a:defRPr lang="en-US" sz="1800" dirty="0"/>
            </a:lvl2pPr>
            <a:lvl3pPr marL="800100" indent="-342900">
              <a:buFont typeface="+mj-lt"/>
              <a:buAutoNum type="arabicPeriod"/>
              <a:defRPr lang="en-US" sz="1600" dirty="0"/>
            </a:lvl3pPr>
            <a:lvl4pPr>
              <a:buFont typeface="+mj-lt"/>
              <a:buAutoNum type="arabicPeriod"/>
              <a:defRPr lang="en-US" sz="1400" dirty="0"/>
            </a:lvl4pPr>
            <a:lvl5pPr>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a:xfrm>
            <a:off x="6272784" y="6318504"/>
            <a:ext cx="3569956" cy="365760"/>
          </a:xfrm>
        </p:spPr>
        <p:txBody>
          <a:bodyPr/>
          <a:lstStyle/>
          <a:p>
            <a:endParaRPr lang="en-US"/>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a:xfrm>
            <a:off x="10075652" y="6318504"/>
            <a:ext cx="1491507" cy="365760"/>
          </a:xfrm>
        </p:spPr>
        <p:txBody>
          <a:bodyPr/>
          <a:lstStyle/>
          <a:p>
            <a:fld id="{3AEEF7F6-ECFE-4473-B3E9-C91BE833927A}" type="datetimeFigureOut">
              <a:rPr lang="en-US" smtClean="0"/>
              <a:t>12/2/25</a:t>
            </a:fld>
            <a:endParaRPr lang="en-US"/>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49725382"/>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8CE855AC-5F95-123D-E0A1-CBD75D8FD00A}"/>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1" name="Rectangle 10">
              <a:extLst>
                <a:ext uri="{FF2B5EF4-FFF2-40B4-BE49-F238E27FC236}">
                  <a16:creationId xmlns:a16="http://schemas.microsoft.com/office/drawing/2014/main" id="{F3A6A854-7BA6-35FC-898F-37F3BC10E5DB}"/>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455EF75-521C-7F12-2397-68B6128751E8}"/>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682496" y="2222436"/>
            <a:ext cx="4160520" cy="2825496"/>
          </a:xfrm>
        </p:spPr>
        <p:txBody>
          <a:bodyPr anchor="t">
            <a:normAutofit/>
          </a:bodyPr>
          <a:lstStyle>
            <a:lvl1pPr>
              <a:defRPr sz="4000">
                <a:gradFill>
                  <a:gsLst>
                    <a:gs pos="0">
                      <a:schemeClr val="accent5"/>
                    </a:gs>
                    <a:gs pos="100000">
                      <a:schemeClr val="accent2"/>
                    </a:gs>
                  </a:gsLst>
                  <a:lin ang="13800000" scaled="0"/>
                </a:gradFill>
              </a:defRPr>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437376" y="2222436"/>
            <a:ext cx="3959352" cy="2697480"/>
          </a:xfrm>
        </p:spPr>
        <p:txBody>
          <a:bodyPr vert="horz" lIns="91440" tIns="45720" rIns="91440" bIns="45720" rtlCol="0">
            <a:normAutofit/>
          </a:bodyPr>
          <a:lstStyle>
            <a:lvl1pPr marL="0" indent="0">
              <a:buNone/>
              <a:defRPr lang="en-US" sz="1800" dirty="0"/>
            </a:lvl1pPr>
            <a:lvl2pPr marL="228600" indent="0">
              <a:buNone/>
              <a:defRPr lang="en-US" sz="16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13">
            <a:extLst>
              <a:ext uri="{FF2B5EF4-FFF2-40B4-BE49-F238E27FC236}">
                <a16:creationId xmlns:a16="http://schemas.microsoft.com/office/drawing/2014/main" id="{F09CF825-511F-35F8-E0EC-636033ED43EE}"/>
              </a:ext>
            </a:extLst>
          </p:cNvPr>
          <p:cNvSpPr>
            <a:spLocks noGrp="1"/>
          </p:cNvSpPr>
          <p:nvPr>
            <p:ph type="ftr" sz="quarter" idx="15"/>
          </p:nvPr>
        </p:nvSpPr>
        <p:spPr/>
        <p:txBody>
          <a:bodyPr/>
          <a:lstStyle/>
          <a:p>
            <a:endParaRPr lang="en-US"/>
          </a:p>
        </p:txBody>
      </p:sp>
      <p:sp>
        <p:nvSpPr>
          <p:cNvPr id="13" name="Date Placeholder 12">
            <a:extLst>
              <a:ext uri="{FF2B5EF4-FFF2-40B4-BE49-F238E27FC236}">
                <a16:creationId xmlns:a16="http://schemas.microsoft.com/office/drawing/2014/main" id="{36A82C16-EB1A-4294-103B-715F071E5A35}"/>
              </a:ext>
            </a:extLst>
          </p:cNvPr>
          <p:cNvSpPr>
            <a:spLocks noGrp="1"/>
          </p:cNvSpPr>
          <p:nvPr>
            <p:ph type="dt" sz="half" idx="14"/>
          </p:nvPr>
        </p:nvSpPr>
        <p:spPr/>
        <p:txBody>
          <a:bodyPr/>
          <a:lstStyle/>
          <a:p>
            <a:fld id="{3AEEF7F6-ECFE-4473-B3E9-C91BE833927A}" type="datetimeFigureOut">
              <a:rPr lang="en-US" smtClean="0"/>
              <a:t>12/2/25</a:t>
            </a:fld>
            <a:endParaRPr lang="en-US"/>
          </a:p>
        </p:txBody>
      </p:sp>
      <p:sp>
        <p:nvSpPr>
          <p:cNvPr id="15" name="Slide Number Placeholder 14">
            <a:extLst>
              <a:ext uri="{FF2B5EF4-FFF2-40B4-BE49-F238E27FC236}">
                <a16:creationId xmlns:a16="http://schemas.microsoft.com/office/drawing/2014/main" id="{727EA83B-52EA-A0B8-E2E8-C9D1FE273B22}"/>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5885988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474537F0-59D7-5CF5-65CE-33DFA62B3767}"/>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1" name="Rectangle 10">
              <a:extLst>
                <a:ext uri="{FF2B5EF4-FFF2-40B4-BE49-F238E27FC236}">
                  <a16:creationId xmlns:a16="http://schemas.microsoft.com/office/drawing/2014/main" id="{C7EFD035-FCE9-275A-5EEF-94FC6583E39A}"/>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DFF3E46-4915-D511-DDA5-9451667C3C81}"/>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68552" y="2048256"/>
            <a:ext cx="3813048" cy="3538728"/>
          </a:xfrm>
        </p:spPr>
        <p:txBody>
          <a:bodyPr anchor="t">
            <a:normAutofit/>
          </a:bodyPr>
          <a:lstStyle>
            <a:lvl1pPr>
              <a:defRPr sz="3200">
                <a:gradFill>
                  <a:gsLst>
                    <a:gs pos="0">
                      <a:schemeClr val="accent5"/>
                    </a:gs>
                    <a:gs pos="100000">
                      <a:schemeClr val="accent2"/>
                    </a:gs>
                  </a:gsLst>
                  <a:lin ang="13800000" scaled="0"/>
                </a:gradFill>
              </a:defRPr>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775960" y="2048256"/>
            <a:ext cx="5047488" cy="3538728"/>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57CB2298-A12A-D380-ED4F-AD870434F233}"/>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9D1F2EAD-3327-FA60-8B7F-6CBBD02C3F07}"/>
              </a:ext>
            </a:extLst>
          </p:cNvPr>
          <p:cNvSpPr>
            <a:spLocks noGrp="1"/>
          </p:cNvSpPr>
          <p:nvPr>
            <p:ph type="dt" sz="half" idx="14"/>
          </p:nvPr>
        </p:nvSpPr>
        <p:spPr/>
        <p:txBody>
          <a:bodyPr/>
          <a:lstStyle/>
          <a:p>
            <a:fld id="{3AEEF7F6-ECFE-4473-B3E9-C91BE833927A}" type="datetimeFigureOut">
              <a:rPr lang="en-US" smtClean="0"/>
              <a:t>12/2/25</a:t>
            </a:fld>
            <a:endParaRPr lang="en-US"/>
          </a:p>
        </p:txBody>
      </p:sp>
      <p:sp>
        <p:nvSpPr>
          <p:cNvPr id="9" name="Slide Number Placeholder 8">
            <a:extLst>
              <a:ext uri="{FF2B5EF4-FFF2-40B4-BE49-F238E27FC236}">
                <a16:creationId xmlns:a16="http://schemas.microsoft.com/office/drawing/2014/main" id="{A63D4A7C-9E9E-96BC-68B8-3F92C9B3B40E}"/>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6924728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50675FE4-1839-CB8F-7574-8FBCED9706D1}"/>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9" name="Rectangle 8">
              <a:extLst>
                <a:ext uri="{FF2B5EF4-FFF2-40B4-BE49-F238E27FC236}">
                  <a16:creationId xmlns:a16="http://schemas.microsoft.com/office/drawing/2014/main" id="{1C309010-BB96-4CE9-3A39-43FA59198DD0}"/>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2D5C3E8-4075-EEED-D3DC-B1B0DCD9F940}"/>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722376"/>
            <a:ext cx="7214616" cy="1280160"/>
          </a:xfrm>
        </p:spPr>
        <p:txBody>
          <a:bodyPr anchor="t">
            <a:normAutofit/>
          </a:bodyPr>
          <a:lstStyle>
            <a:lvl1pPr>
              <a:defRPr sz="4000">
                <a:gradFill>
                  <a:gsLst>
                    <a:gs pos="0">
                      <a:schemeClr val="accent5"/>
                    </a:gs>
                    <a:gs pos="100000">
                      <a:schemeClr val="accent2"/>
                    </a:gs>
                  </a:gsLst>
                  <a:lin ang="13800000" scaled="0"/>
                </a:gradFill>
              </a:defRPr>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3922776" y="2240280"/>
            <a:ext cx="7349947" cy="372160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11">
            <a:extLst>
              <a:ext uri="{FF2B5EF4-FFF2-40B4-BE49-F238E27FC236}">
                <a16:creationId xmlns:a16="http://schemas.microsoft.com/office/drawing/2014/main" id="{4A089F15-F7A9-6130-79CF-D853C6B4B742}"/>
              </a:ext>
            </a:extLst>
          </p:cNvPr>
          <p:cNvSpPr>
            <a:spLocks noGrp="1"/>
          </p:cNvSpPr>
          <p:nvPr>
            <p:ph type="ftr" sz="quarter" idx="15"/>
          </p:nvPr>
        </p:nvSpPr>
        <p:spPr/>
        <p:txBody>
          <a:bodyPr/>
          <a:lstStyle/>
          <a:p>
            <a:endParaRPr lang="en-US"/>
          </a:p>
        </p:txBody>
      </p:sp>
      <p:sp>
        <p:nvSpPr>
          <p:cNvPr id="11" name="Date Placeholder 10">
            <a:extLst>
              <a:ext uri="{FF2B5EF4-FFF2-40B4-BE49-F238E27FC236}">
                <a16:creationId xmlns:a16="http://schemas.microsoft.com/office/drawing/2014/main" id="{65C79459-C978-FF61-F7FC-DC5D1F170174}"/>
              </a:ext>
            </a:extLst>
          </p:cNvPr>
          <p:cNvSpPr>
            <a:spLocks noGrp="1"/>
          </p:cNvSpPr>
          <p:nvPr>
            <p:ph type="dt" sz="half" idx="14"/>
          </p:nvPr>
        </p:nvSpPr>
        <p:spPr/>
        <p:txBody>
          <a:bodyPr/>
          <a:lstStyle/>
          <a:p>
            <a:fld id="{3AEEF7F6-ECFE-4473-B3E9-C91BE833927A}" type="datetimeFigureOut">
              <a:rPr lang="en-US" smtClean="0"/>
              <a:t>12/2/25</a:t>
            </a:fld>
            <a:endParaRPr lang="en-US"/>
          </a:p>
        </p:txBody>
      </p:sp>
      <p:sp>
        <p:nvSpPr>
          <p:cNvPr id="13" name="Slide Number Placeholder 12">
            <a:extLst>
              <a:ext uri="{FF2B5EF4-FFF2-40B4-BE49-F238E27FC236}">
                <a16:creationId xmlns:a16="http://schemas.microsoft.com/office/drawing/2014/main" id="{BFFBCCE1-48C7-7734-891D-F4664CC97B6C}"/>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6730795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43A83600-30C4-2F21-93C5-D07537A39648}"/>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1" name="Rectangle 10">
              <a:extLst>
                <a:ext uri="{FF2B5EF4-FFF2-40B4-BE49-F238E27FC236}">
                  <a16:creationId xmlns:a16="http://schemas.microsoft.com/office/drawing/2014/main" id="{BA1F9F49-F979-53D6-3ED8-352816078D4C}"/>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4745F95-9BA3-B7A5-F004-E2BB1CFFE2F8}"/>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40080"/>
            <a:ext cx="4215384" cy="3136392"/>
          </a:xfrm>
        </p:spPr>
        <p:txBody>
          <a:bodyPr anchor="t">
            <a:normAutofit/>
          </a:bodyPr>
          <a:lstStyle>
            <a:lvl1pPr>
              <a:defRPr sz="3200">
                <a:gradFill>
                  <a:gsLst>
                    <a:gs pos="0">
                      <a:schemeClr val="accent5"/>
                    </a:gs>
                    <a:gs pos="100000">
                      <a:schemeClr val="accent2"/>
                    </a:gs>
                  </a:gsLst>
                  <a:lin ang="13800000" scaled="0"/>
                </a:gradFill>
              </a:defRPr>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68696" y="640080"/>
            <a:ext cx="5998464" cy="569671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3AEEF7F6-ECFE-4473-B3E9-C91BE833927A}" type="datetimeFigureOut">
              <a:rPr lang="en-US" smtClean="0"/>
              <a:t>12/2/25</a:t>
            </a:fld>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6992664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F604B371-347D-80EC-2C2C-C69CD2EF7B9D}"/>
              </a:ext>
              <a:ext uri="{C183D7F6-B498-43B3-948B-1728B52AA6E4}">
                <adec:decorative xmlns:adec="http://schemas.microsoft.com/office/drawing/2017/decorative" val="1"/>
              </a:ext>
            </a:extLst>
          </p:cNvPr>
          <p:cNvGrpSpPr/>
          <p:nvPr/>
        </p:nvGrpSpPr>
        <p:grpSpPr>
          <a:xfrm flipV="1">
            <a:off x="12068340" y="0"/>
            <a:ext cx="123362" cy="6858000"/>
            <a:chOff x="12068638" y="0"/>
            <a:chExt cx="123362" cy="6858000"/>
          </a:xfrm>
        </p:grpSpPr>
        <p:sp>
          <p:nvSpPr>
            <p:cNvPr id="5" name="Rectangle 4">
              <a:extLst>
                <a:ext uri="{FF2B5EF4-FFF2-40B4-BE49-F238E27FC236}">
                  <a16:creationId xmlns:a16="http://schemas.microsoft.com/office/drawing/2014/main" id="{3F227FEA-4B4B-3484-7267-B7BD65A4E9BF}"/>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53530AA-F724-4235-0FDF-84595FCBFBC1}"/>
                </a:ext>
              </a:extLst>
            </p:cNvPr>
            <p:cNvSpPr/>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21792"/>
            <a:ext cx="10872216" cy="749808"/>
          </a:xfrm>
        </p:spPr>
        <p:txBody>
          <a:bodyPr anchor="ctr">
            <a:normAutofit/>
          </a:bodyPr>
          <a:lstStyle>
            <a:lvl1pPr>
              <a:defRPr sz="3200">
                <a:gradFill>
                  <a:gsLst>
                    <a:gs pos="0">
                      <a:schemeClr val="accent5"/>
                    </a:gs>
                    <a:gs pos="100000">
                      <a:schemeClr val="accent2"/>
                    </a:gs>
                  </a:gsLst>
                  <a:lin ang="13800000" scaled="0"/>
                </a:gradFill>
              </a:defRPr>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2249424" y="1591056"/>
            <a:ext cx="7772400" cy="43891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3AEEF7F6-ECFE-4473-B3E9-C91BE833927A}" type="datetimeFigureOut">
              <a:rPr lang="en-US" smtClean="0"/>
              <a:t>12/2/25</a:t>
            </a:fld>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1873514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C1155E4-5659-692F-6CDC-095E555AF698}"/>
              </a:ext>
            </a:extLst>
          </p:cNvPr>
          <p:cNvSpPr/>
          <p:nvPr/>
        </p:nvSpPr>
        <p:spPr>
          <a:xfrm rot="5400000" flipH="1">
            <a:off x="5175902" y="-5175894"/>
            <a:ext cx="1855397" cy="12207199"/>
          </a:xfrm>
          <a:prstGeom prst="rect">
            <a:avLst/>
          </a:prstGeom>
          <a:gradFill>
            <a:gsLst>
              <a:gs pos="0">
                <a:schemeClr val="accent5"/>
              </a:gs>
              <a:gs pos="90000">
                <a:schemeClr val="accent2"/>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88AFD6F-0EAD-ADCF-CB9A-AB74C59048E1}"/>
              </a:ext>
            </a:extLst>
          </p:cNvPr>
          <p:cNvSpPr/>
          <p:nvPr/>
        </p:nvSpPr>
        <p:spPr>
          <a:xfrm rot="16200000">
            <a:off x="6635246" y="-3716556"/>
            <a:ext cx="1855397" cy="9288510"/>
          </a:xfrm>
          <a:prstGeom prst="rect">
            <a:avLst/>
          </a:prstGeom>
          <a:gradFill>
            <a:gsLst>
              <a:gs pos="45000">
                <a:schemeClr val="accent5">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310896"/>
            <a:ext cx="10872216" cy="1225296"/>
          </a:xfrm>
        </p:spPr>
        <p:txBody>
          <a:bodyPr anchor="ctr">
            <a:normAutofit/>
          </a:bodyPr>
          <a:lstStyle>
            <a:lvl1pPr>
              <a:defRPr sz="3200">
                <a:solidFill>
                  <a:schemeClr val="bg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2249424" y="2313432"/>
            <a:ext cx="8732520" cy="3895344"/>
          </a:xfrm>
        </p:spPr>
        <p:txBody>
          <a:bodyPr vert="horz" lIns="91440" tIns="45720" rIns="91440" bIns="45720" rtlCol="0" anchor="ctr">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3AEEF7F6-ECFE-4473-B3E9-C91BE833927A}" type="datetimeFigureOut">
              <a:rPr lang="en-US" smtClean="0"/>
              <a:t>12/2/25</a:t>
            </a:fld>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5095427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8">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1394E45B-1239-5927-7239-231AB33A23C5}"/>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3" name="Rectangle 12">
              <a:extLst>
                <a:ext uri="{FF2B5EF4-FFF2-40B4-BE49-F238E27FC236}">
                  <a16:creationId xmlns:a16="http://schemas.microsoft.com/office/drawing/2014/main" id="{C82CCE1C-1D53-2F67-CA11-693E1CA40CC5}"/>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C77A3C2-9949-B8A0-8486-8228C60D0C3F}"/>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40080"/>
            <a:ext cx="3493008" cy="3621024"/>
          </a:xfrm>
        </p:spPr>
        <p:txBody>
          <a:bodyPr vert="horz" lIns="91440" tIns="45720" rIns="91440" bIns="45720" rtlCol="0" anchor="t">
            <a:normAutofit/>
          </a:bodyPr>
          <a:lstStyle>
            <a:lvl1pPr>
              <a:defRPr lang="en-US" dirty="0">
                <a:gradFill>
                  <a:gsLst>
                    <a:gs pos="0">
                      <a:schemeClr val="accent5"/>
                    </a:gs>
                    <a:gs pos="100000">
                      <a:schemeClr val="accent2"/>
                    </a:gs>
                  </a:gsLst>
                  <a:lin ang="13800000" scaled="0"/>
                </a:gradFill>
              </a:defRPr>
            </a:lvl1pPr>
          </a:lstStyle>
          <a:p>
            <a:pPr lvl="0"/>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92040" y="640081"/>
            <a:ext cx="6675120" cy="5577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F3B715D2-E75C-A2E6-CE7A-70CE2EFA5E82}"/>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11C4CAAF-9048-5116-D3C8-15E595C3BC25}"/>
              </a:ext>
            </a:extLst>
          </p:cNvPr>
          <p:cNvSpPr>
            <a:spLocks noGrp="1"/>
          </p:cNvSpPr>
          <p:nvPr>
            <p:ph type="dt" sz="half" idx="14"/>
          </p:nvPr>
        </p:nvSpPr>
        <p:spPr/>
        <p:txBody>
          <a:bodyPr/>
          <a:lstStyle/>
          <a:p>
            <a:fld id="{3AEEF7F6-ECFE-4473-B3E9-C91BE833927A}" type="datetimeFigureOut">
              <a:rPr lang="en-US" smtClean="0"/>
              <a:t>12/2/25</a:t>
            </a:fld>
            <a:endParaRPr lang="en-US"/>
          </a:p>
        </p:txBody>
      </p:sp>
      <p:sp>
        <p:nvSpPr>
          <p:cNvPr id="9" name="Slide Number Placeholder 8">
            <a:extLst>
              <a:ext uri="{FF2B5EF4-FFF2-40B4-BE49-F238E27FC236}">
                <a16:creationId xmlns:a16="http://schemas.microsoft.com/office/drawing/2014/main" id="{CBF8E49B-DD4C-66AF-8D2C-52110DB227F6}"/>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60105416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9">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F2293C7-9DD5-C84B-6A44-F0D117C4C94B}"/>
              </a:ext>
            </a:extLst>
          </p:cNvPr>
          <p:cNvSpPr/>
          <p:nvPr/>
        </p:nvSpPr>
        <p:spPr>
          <a:xfrm>
            <a:off x="3" y="-4323"/>
            <a:ext cx="4059076" cy="6869579"/>
          </a:xfrm>
          <a:prstGeom prst="rect">
            <a:avLst/>
          </a:prstGeom>
          <a:gradFill>
            <a:gsLst>
              <a:gs pos="7000">
                <a:schemeClr val="accent2"/>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1C088F0D-A4DE-CAA0-43A6-84E52AD904F3}"/>
              </a:ext>
            </a:extLst>
          </p:cNvPr>
          <p:cNvSpPr/>
          <p:nvPr/>
        </p:nvSpPr>
        <p:spPr>
          <a:xfrm rot="10800000">
            <a:off x="-1" y="1061883"/>
            <a:ext cx="4059079" cy="5803372"/>
          </a:xfrm>
          <a:prstGeom prst="rect">
            <a:avLst/>
          </a:prstGeom>
          <a:gradFill flip="none" rotWithShape="1">
            <a:gsLst>
              <a:gs pos="0">
                <a:schemeClr val="accent5">
                  <a:lumMod val="75000"/>
                </a:schemeClr>
              </a:gs>
              <a:gs pos="60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6" name="Rectangle 5">
            <a:extLst>
              <a:ext uri="{FF2B5EF4-FFF2-40B4-BE49-F238E27FC236}">
                <a16:creationId xmlns:a16="http://schemas.microsoft.com/office/drawing/2014/main" id="{25CD67E0-1350-1985-A4E1-5215AF902BF2}"/>
              </a:ext>
            </a:extLst>
          </p:cNvPr>
          <p:cNvSpPr/>
          <p:nvPr/>
        </p:nvSpPr>
        <p:spPr>
          <a:xfrm rot="16200000">
            <a:off x="-524095" y="1129367"/>
            <a:ext cx="5716870" cy="3449479"/>
          </a:xfrm>
          <a:prstGeom prst="rect">
            <a:avLst/>
          </a:prstGeom>
          <a:gradFill>
            <a:gsLst>
              <a:gs pos="0">
                <a:schemeClr val="accent5">
                  <a:alpha val="86000"/>
                </a:schemeClr>
              </a:gs>
              <a:gs pos="57000">
                <a:schemeClr val="accent2">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40080"/>
            <a:ext cx="3081528" cy="4014216"/>
          </a:xfrm>
        </p:spPr>
        <p:txBody>
          <a:bodyPr vert="horz" lIns="91440" tIns="45720" rIns="91440" bIns="45720" rtlCol="0" anchor="t">
            <a:normAutofit/>
          </a:bodyPr>
          <a:lstStyle>
            <a:lvl1pPr>
              <a:defRPr lang="en-US" dirty="0">
                <a:solidFill>
                  <a:schemeClr val="bg1"/>
                </a:solidFill>
              </a:defRPr>
            </a:lvl1pPr>
          </a:lstStyle>
          <a:p>
            <a:pPr lvl="0"/>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92040" y="640081"/>
            <a:ext cx="6675120" cy="5577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10">
            <a:extLst>
              <a:ext uri="{FF2B5EF4-FFF2-40B4-BE49-F238E27FC236}">
                <a16:creationId xmlns:a16="http://schemas.microsoft.com/office/drawing/2014/main" id="{2B6B8768-08ED-B8FE-AB87-3961B13E76EC}"/>
              </a:ext>
            </a:extLst>
          </p:cNvPr>
          <p:cNvSpPr>
            <a:spLocks noGrp="1"/>
          </p:cNvSpPr>
          <p:nvPr>
            <p:ph type="ftr" sz="quarter" idx="15"/>
          </p:nvPr>
        </p:nvSpPr>
        <p:spPr>
          <a:xfrm>
            <a:off x="612648" y="6318504"/>
            <a:ext cx="3446431" cy="365760"/>
          </a:xfrm>
        </p:spPr>
        <p:txBody>
          <a:bodyPr/>
          <a:lstStyle>
            <a:lvl1pPr>
              <a:defRPr>
                <a:solidFill>
                  <a:schemeClr val="bg1"/>
                </a:solidFill>
              </a:defRPr>
            </a:lvl1pPr>
          </a:lstStyle>
          <a:p>
            <a:endParaRPr lang="en-US"/>
          </a:p>
        </p:txBody>
      </p:sp>
      <p:sp>
        <p:nvSpPr>
          <p:cNvPr id="10" name="Date Placeholder 9">
            <a:extLst>
              <a:ext uri="{FF2B5EF4-FFF2-40B4-BE49-F238E27FC236}">
                <a16:creationId xmlns:a16="http://schemas.microsoft.com/office/drawing/2014/main" id="{0790CD73-4635-8D46-A7E8-EDF5E35D34ED}"/>
              </a:ext>
            </a:extLst>
          </p:cNvPr>
          <p:cNvSpPr>
            <a:spLocks noGrp="1"/>
          </p:cNvSpPr>
          <p:nvPr>
            <p:ph type="dt" sz="half" idx="14"/>
          </p:nvPr>
        </p:nvSpPr>
        <p:spPr/>
        <p:txBody>
          <a:bodyPr/>
          <a:lstStyle/>
          <a:p>
            <a:fld id="{3AEEF7F6-ECFE-4473-B3E9-C91BE833927A}" type="datetimeFigureOut">
              <a:rPr lang="en-US" smtClean="0"/>
              <a:t>12/2/25</a:t>
            </a:fld>
            <a:endParaRPr lang="en-US"/>
          </a:p>
        </p:txBody>
      </p:sp>
      <p:sp>
        <p:nvSpPr>
          <p:cNvPr id="12" name="Slide Number Placeholder 11">
            <a:extLst>
              <a:ext uri="{FF2B5EF4-FFF2-40B4-BE49-F238E27FC236}">
                <a16:creationId xmlns:a16="http://schemas.microsoft.com/office/drawing/2014/main" id="{CE7E57EE-CAE7-24C5-9F1D-159F32ADDDD0}"/>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1420710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605272" y="502920"/>
            <a:ext cx="5961888" cy="1197864"/>
          </a:xfrm>
        </p:spPr>
        <p:txBody>
          <a:bodyPr anchor="b"/>
          <a:lstStyle/>
          <a:p>
            <a:r>
              <a:rPr lang="en-US"/>
              <a:t>Click to edit Master title style</a:t>
            </a:r>
          </a:p>
        </p:txBody>
      </p:sp>
      <p:grpSp>
        <p:nvGrpSpPr>
          <p:cNvPr id="3" name="Group 2">
            <a:extLst>
              <a:ext uri="{FF2B5EF4-FFF2-40B4-BE49-F238E27FC236}">
                <a16:creationId xmlns:a16="http://schemas.microsoft.com/office/drawing/2014/main" id="{125E9B8B-7499-A48C-F314-3620CFFB8E0B}"/>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9" name="Rectangle 8">
              <a:extLst>
                <a:ext uri="{FF2B5EF4-FFF2-40B4-BE49-F238E27FC236}">
                  <a16:creationId xmlns:a16="http://schemas.microsoft.com/office/drawing/2014/main" id="{139B506F-0FAC-8905-0F05-E889644A7B96}"/>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DAC1EBA-955D-23C1-CCE1-CF2C6CBFD05B}"/>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Picture Placeholder 10">
            <a:extLst>
              <a:ext uri="{FF2B5EF4-FFF2-40B4-BE49-F238E27FC236}">
                <a16:creationId xmlns:a16="http://schemas.microsoft.com/office/drawing/2014/main" id="{F96EE962-E57A-8EDB-7169-6EB04FA7539A}"/>
              </a:ext>
            </a:extLst>
          </p:cNvPr>
          <p:cNvSpPr>
            <a:spLocks noGrp="1"/>
          </p:cNvSpPr>
          <p:nvPr>
            <p:ph type="pic" sz="quarter" idx="15" hasCustomPrompt="1"/>
          </p:nvPr>
        </p:nvSpPr>
        <p:spPr>
          <a:xfrm>
            <a:off x="115866" y="0"/>
            <a:ext cx="4837176" cy="6858000"/>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605272" y="1801367"/>
            <a:ext cx="5961888" cy="44531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851225D-49EF-5752-ACF2-F43EB2B36332}"/>
              </a:ext>
            </a:extLst>
          </p:cNvPr>
          <p:cNvSpPr>
            <a:spLocks noGrp="1"/>
          </p:cNvSpPr>
          <p:nvPr>
            <p:ph type="ftr" sz="quarter" idx="17"/>
          </p:nvPr>
        </p:nvSpPr>
        <p:spPr>
          <a:xfrm>
            <a:off x="5605272" y="6318504"/>
            <a:ext cx="4096512" cy="365760"/>
          </a:xfrm>
        </p:spPr>
        <p:txBody>
          <a:bodyPr/>
          <a:lstStyle/>
          <a:p>
            <a:endParaRPr lang="en-US"/>
          </a:p>
        </p:txBody>
      </p:sp>
      <p:sp>
        <p:nvSpPr>
          <p:cNvPr id="4" name="Date Placeholder 3">
            <a:extLst>
              <a:ext uri="{FF2B5EF4-FFF2-40B4-BE49-F238E27FC236}">
                <a16:creationId xmlns:a16="http://schemas.microsoft.com/office/drawing/2014/main" id="{93A362DD-3333-1184-E97C-2FDF9D599F49}"/>
              </a:ext>
            </a:extLst>
          </p:cNvPr>
          <p:cNvSpPr>
            <a:spLocks noGrp="1"/>
          </p:cNvSpPr>
          <p:nvPr>
            <p:ph type="dt" sz="half" idx="16"/>
          </p:nvPr>
        </p:nvSpPr>
        <p:spPr>
          <a:xfrm>
            <a:off x="9701784" y="6318504"/>
            <a:ext cx="1865376" cy="365760"/>
          </a:xfrm>
        </p:spPr>
        <p:txBody>
          <a:bodyPr/>
          <a:lstStyle/>
          <a:p>
            <a:fld id="{3AEEF7F6-ECFE-4473-B3E9-C91BE833927A}" type="datetimeFigureOut">
              <a:rPr lang="en-US" smtClean="0"/>
              <a:t>12/2/25</a:t>
            </a:fld>
            <a:endParaRPr lang="en-US"/>
          </a:p>
        </p:txBody>
      </p:sp>
      <p:sp>
        <p:nvSpPr>
          <p:cNvPr id="6" name="Slide Number Placeholder 5">
            <a:extLst>
              <a:ext uri="{FF2B5EF4-FFF2-40B4-BE49-F238E27FC236}">
                <a16:creationId xmlns:a16="http://schemas.microsoft.com/office/drawing/2014/main" id="{7C21012C-B1FA-A889-A45D-1DA431A41443}"/>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8327008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6858000" cy="84124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1472184"/>
            <a:ext cx="6858000" cy="478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655B44AF-FB05-4BBA-5AC9-C89D1BB5BE69}"/>
              </a:ext>
            </a:extLst>
          </p:cNvPr>
          <p:cNvSpPr>
            <a:spLocks noGrp="1"/>
          </p:cNvSpPr>
          <p:nvPr>
            <p:ph type="ftr" sz="quarter" idx="17"/>
          </p:nvPr>
        </p:nvSpPr>
        <p:spPr/>
        <p:txBody>
          <a:bodyPr/>
          <a:lstStyle/>
          <a:p>
            <a:endParaRPr lang="en-US"/>
          </a:p>
        </p:txBody>
      </p:sp>
      <p:sp>
        <p:nvSpPr>
          <p:cNvPr id="3" name="Date Placeholder 2">
            <a:extLst>
              <a:ext uri="{FF2B5EF4-FFF2-40B4-BE49-F238E27FC236}">
                <a16:creationId xmlns:a16="http://schemas.microsoft.com/office/drawing/2014/main" id="{2632EABA-2011-B91D-C867-6B03C4743305}"/>
              </a:ext>
            </a:extLst>
          </p:cNvPr>
          <p:cNvSpPr>
            <a:spLocks noGrp="1"/>
          </p:cNvSpPr>
          <p:nvPr>
            <p:ph type="dt" sz="half" idx="16"/>
          </p:nvPr>
        </p:nvSpPr>
        <p:spPr>
          <a:xfrm>
            <a:off x="4709160" y="6318504"/>
            <a:ext cx="2350008" cy="365760"/>
          </a:xfrm>
        </p:spPr>
        <p:txBody>
          <a:bodyPr/>
          <a:lstStyle/>
          <a:p>
            <a:fld id="{3AEEF7F6-ECFE-4473-B3E9-C91BE833927A}" type="datetimeFigureOut">
              <a:rPr lang="en-US" smtClean="0"/>
              <a:t>12/2/25</a:t>
            </a:fld>
            <a:endParaRPr lang="en-US"/>
          </a:p>
        </p:txBody>
      </p:sp>
      <p:sp>
        <p:nvSpPr>
          <p:cNvPr id="13" name="Slide Number Placeholder 12">
            <a:extLst>
              <a:ext uri="{FF2B5EF4-FFF2-40B4-BE49-F238E27FC236}">
                <a16:creationId xmlns:a16="http://schemas.microsoft.com/office/drawing/2014/main" id="{437E37F5-E579-D12C-536E-A9118707E1C6}"/>
              </a:ext>
            </a:extLst>
          </p:cNvPr>
          <p:cNvSpPr>
            <a:spLocks noGrp="1"/>
          </p:cNvSpPr>
          <p:nvPr>
            <p:ph type="sldNum" sz="quarter" idx="18"/>
          </p:nvPr>
        </p:nvSpPr>
        <p:spPr>
          <a:xfrm>
            <a:off x="6976872" y="6318504"/>
            <a:ext cx="493776" cy="365760"/>
          </a:xfrm>
        </p:spPr>
        <p:txBody>
          <a:bodyPr/>
          <a:lstStyle/>
          <a:p>
            <a:fld id="{5DAD859A-2C66-45B9-9A71-3CF205EC2D4A}" type="slidenum">
              <a:rPr lang="en-US" smtClean="0"/>
              <a:t>‹#›</a:t>
            </a:fld>
            <a:endParaRPr lang="en-US"/>
          </a:p>
        </p:txBody>
      </p:sp>
      <p:sp>
        <p:nvSpPr>
          <p:cNvPr id="9" name="Picture Placeholder 8">
            <a:extLst>
              <a:ext uri="{FF2B5EF4-FFF2-40B4-BE49-F238E27FC236}">
                <a16:creationId xmlns:a16="http://schemas.microsoft.com/office/drawing/2014/main" id="{19D3616B-B0C6-AB9E-48FA-05090671826A}"/>
              </a:ext>
            </a:extLst>
          </p:cNvPr>
          <p:cNvSpPr>
            <a:spLocks noGrp="1"/>
          </p:cNvSpPr>
          <p:nvPr>
            <p:ph type="pic" sz="quarter" idx="15" hasCustomPrompt="1"/>
          </p:nvPr>
        </p:nvSpPr>
        <p:spPr>
          <a:xfrm>
            <a:off x="8129142" y="0"/>
            <a:ext cx="3939493" cy="6858000"/>
          </a:xfrm>
          <a:blipFill dpi="0" rotWithShape="1">
            <a:blip r:embed="rId2">
              <a:alphaModFix amt="70000"/>
            </a:blip>
            <a:srcRect/>
            <a:stretch>
              <a:fillRect/>
            </a:stretch>
          </a:blipFill>
        </p:spPr>
        <p:txBody>
          <a:bodyPr/>
          <a:lstStyle>
            <a:lvl1pPr marL="0" indent="0">
              <a:buNone/>
              <a:defRPr/>
            </a:lvl1pPr>
          </a:lstStyle>
          <a:p>
            <a:r>
              <a:rPr lang="en-US"/>
              <a:t> </a:t>
            </a:r>
          </a:p>
        </p:txBody>
      </p:sp>
      <p:grpSp>
        <p:nvGrpSpPr>
          <p:cNvPr id="10" name="Group 9">
            <a:extLst>
              <a:ext uri="{FF2B5EF4-FFF2-40B4-BE49-F238E27FC236}">
                <a16:creationId xmlns:a16="http://schemas.microsoft.com/office/drawing/2014/main" id="{D5BBFBAF-5922-A442-5D1A-BC28ADE0D2B7}"/>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1" name="Rectangle 10">
              <a:extLst>
                <a:ext uri="{FF2B5EF4-FFF2-40B4-BE49-F238E27FC236}">
                  <a16:creationId xmlns:a16="http://schemas.microsoft.com/office/drawing/2014/main" id="{E9DBF79C-336C-A5FC-F9A7-F678FEB5C351}"/>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B3E95C8-0894-01F3-97E4-60803AAA24AF}"/>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74330842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06516" y="502920"/>
            <a:ext cx="6858000" cy="841248"/>
          </a:xfrm>
        </p:spPr>
        <p:txBody>
          <a:bodyPr anchor="b"/>
          <a:lstStyle/>
          <a:p>
            <a:r>
              <a:rPr lang="en-US"/>
              <a:t>Click to edit Master title style</a:t>
            </a:r>
          </a:p>
        </p:txBody>
      </p:sp>
      <p:sp>
        <p:nvSpPr>
          <p:cNvPr id="10" name="Picture Placeholder 9">
            <a:extLst>
              <a:ext uri="{FF2B5EF4-FFF2-40B4-BE49-F238E27FC236}">
                <a16:creationId xmlns:a16="http://schemas.microsoft.com/office/drawing/2014/main" id="{8AF4E90B-EF6F-24B4-C4FE-7FBC72B7E9EE}"/>
              </a:ext>
            </a:extLst>
          </p:cNvPr>
          <p:cNvSpPr>
            <a:spLocks noGrp="1"/>
          </p:cNvSpPr>
          <p:nvPr>
            <p:ph type="pic" sz="quarter" idx="15" hasCustomPrompt="1"/>
          </p:nvPr>
        </p:nvSpPr>
        <p:spPr>
          <a:xfrm>
            <a:off x="115867" y="0"/>
            <a:ext cx="3968496" cy="6858000"/>
          </a:xfrm>
          <a:blipFill dpi="0" rotWithShape="1">
            <a:blip r:embed="rId2">
              <a:alphaModFix amt="70000"/>
            </a:blip>
            <a:srcRect/>
            <a:stretch>
              <a:fillRect/>
            </a:stretch>
          </a:blipFill>
        </p:spPr>
        <p:txBody>
          <a:bodyPr/>
          <a:lstStyle>
            <a:lvl1pPr marL="0" indent="0">
              <a:buNone/>
              <a:defRPr/>
            </a:lvl1pPr>
          </a:lstStyle>
          <a:p>
            <a:r>
              <a:rPr lang="en-US"/>
              <a:t> </a:t>
            </a:r>
          </a:p>
        </p:txBody>
      </p:sp>
      <p:grpSp>
        <p:nvGrpSpPr>
          <p:cNvPr id="11" name="Group 10">
            <a:extLst>
              <a:ext uri="{FF2B5EF4-FFF2-40B4-BE49-F238E27FC236}">
                <a16:creationId xmlns:a16="http://schemas.microsoft.com/office/drawing/2014/main" id="{3F50B082-E806-677A-B150-164003C5BF2E}"/>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12" name="Rectangle 11">
              <a:extLst>
                <a:ext uri="{FF2B5EF4-FFF2-40B4-BE49-F238E27FC236}">
                  <a16:creationId xmlns:a16="http://schemas.microsoft.com/office/drawing/2014/main" id="{CEBF228F-ECC6-8326-8C59-4539BE646E46}"/>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29E235C-963A-D79C-5145-5233B1FD5A89}"/>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06516" y="1472183"/>
            <a:ext cx="6858000" cy="478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46FDC5C-46E3-4585-C089-E091BE6E5D36}"/>
              </a:ext>
            </a:extLst>
          </p:cNvPr>
          <p:cNvSpPr>
            <a:spLocks noGrp="1"/>
          </p:cNvSpPr>
          <p:nvPr>
            <p:ph type="ftr" sz="quarter" idx="17"/>
          </p:nvPr>
        </p:nvSpPr>
        <p:spPr>
          <a:xfrm>
            <a:off x="4706516" y="6318504"/>
            <a:ext cx="4096512" cy="365760"/>
          </a:xfrm>
        </p:spPr>
        <p:txBody>
          <a:bodyPr/>
          <a:lstStyle/>
          <a:p>
            <a:endParaRPr lang="en-US"/>
          </a:p>
        </p:txBody>
      </p:sp>
      <p:sp>
        <p:nvSpPr>
          <p:cNvPr id="3" name="Date Placeholder 2">
            <a:extLst>
              <a:ext uri="{FF2B5EF4-FFF2-40B4-BE49-F238E27FC236}">
                <a16:creationId xmlns:a16="http://schemas.microsoft.com/office/drawing/2014/main" id="{5721447D-8AA6-9863-0212-376200A916F4}"/>
              </a:ext>
            </a:extLst>
          </p:cNvPr>
          <p:cNvSpPr>
            <a:spLocks noGrp="1"/>
          </p:cNvSpPr>
          <p:nvPr>
            <p:ph type="dt" sz="half" idx="16"/>
          </p:nvPr>
        </p:nvSpPr>
        <p:spPr>
          <a:xfrm>
            <a:off x="8729070" y="6318504"/>
            <a:ext cx="2838090" cy="365760"/>
          </a:xfrm>
        </p:spPr>
        <p:txBody>
          <a:bodyPr/>
          <a:lstStyle/>
          <a:p>
            <a:fld id="{3AEEF7F6-ECFE-4473-B3E9-C91BE833927A}" type="datetimeFigureOut">
              <a:rPr lang="en-US" smtClean="0"/>
              <a:t>12/2/25</a:t>
            </a:fld>
            <a:endParaRPr lang="en-US"/>
          </a:p>
        </p:txBody>
      </p:sp>
      <p:sp>
        <p:nvSpPr>
          <p:cNvPr id="9" name="Slide Number Placeholder 8">
            <a:extLst>
              <a:ext uri="{FF2B5EF4-FFF2-40B4-BE49-F238E27FC236}">
                <a16:creationId xmlns:a16="http://schemas.microsoft.com/office/drawing/2014/main" id="{86395A93-90A0-8500-32A5-2011DF9658FA}"/>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2008953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87AE7BB9-8F3B-888B-7C5F-C693E4B78B3D}"/>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9" name="Rectangle 8">
              <a:extLst>
                <a:ext uri="{FF2B5EF4-FFF2-40B4-BE49-F238E27FC236}">
                  <a16:creationId xmlns:a16="http://schemas.microsoft.com/office/drawing/2014/main" id="{7CA2AA3A-CAA5-475A-C3CD-9ABFCE2B0092}"/>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43ED07E-CBE3-22B8-BCE0-4F98BB64C4C6}"/>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4573413" cy="84124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1472184"/>
            <a:ext cx="4573413" cy="478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10">
            <a:extLst>
              <a:ext uri="{FF2B5EF4-FFF2-40B4-BE49-F238E27FC236}">
                <a16:creationId xmlns:a16="http://schemas.microsoft.com/office/drawing/2014/main" id="{42B6E2F6-1C60-7678-922C-01C4DB211D7A}"/>
              </a:ext>
            </a:extLst>
          </p:cNvPr>
          <p:cNvSpPr>
            <a:spLocks noGrp="1"/>
          </p:cNvSpPr>
          <p:nvPr>
            <p:ph type="ftr" sz="quarter" idx="17"/>
          </p:nvPr>
        </p:nvSpPr>
        <p:spPr>
          <a:xfrm>
            <a:off x="612648" y="6318504"/>
            <a:ext cx="2743200" cy="365760"/>
          </a:xfrm>
        </p:spPr>
        <p:txBody>
          <a:bodyPr/>
          <a:lstStyle/>
          <a:p>
            <a:endParaRPr lang="en-US"/>
          </a:p>
        </p:txBody>
      </p:sp>
      <p:sp>
        <p:nvSpPr>
          <p:cNvPr id="4" name="Date Placeholder 3">
            <a:extLst>
              <a:ext uri="{FF2B5EF4-FFF2-40B4-BE49-F238E27FC236}">
                <a16:creationId xmlns:a16="http://schemas.microsoft.com/office/drawing/2014/main" id="{0D5BA7FF-A77E-82D8-382F-C60F9EB7D403}"/>
              </a:ext>
            </a:extLst>
          </p:cNvPr>
          <p:cNvSpPr>
            <a:spLocks noGrp="1"/>
          </p:cNvSpPr>
          <p:nvPr>
            <p:ph type="dt" sz="half" idx="16"/>
          </p:nvPr>
        </p:nvSpPr>
        <p:spPr>
          <a:xfrm>
            <a:off x="3355847" y="6318504"/>
            <a:ext cx="1418733" cy="365760"/>
          </a:xfrm>
        </p:spPr>
        <p:txBody>
          <a:bodyPr/>
          <a:lstStyle/>
          <a:p>
            <a:fld id="{3AEEF7F6-ECFE-4473-B3E9-C91BE833927A}" type="datetimeFigureOut">
              <a:rPr lang="en-US" smtClean="0"/>
              <a:t>12/2/25</a:t>
            </a:fld>
            <a:endParaRPr lang="en-US"/>
          </a:p>
        </p:txBody>
      </p:sp>
      <p:sp>
        <p:nvSpPr>
          <p:cNvPr id="13" name="Slide Number Placeholder 12">
            <a:extLst>
              <a:ext uri="{FF2B5EF4-FFF2-40B4-BE49-F238E27FC236}">
                <a16:creationId xmlns:a16="http://schemas.microsoft.com/office/drawing/2014/main" id="{277AED5A-2B3B-6F43-CA78-5BF85217FD6E}"/>
              </a:ext>
            </a:extLst>
          </p:cNvPr>
          <p:cNvSpPr>
            <a:spLocks noGrp="1"/>
          </p:cNvSpPr>
          <p:nvPr>
            <p:ph type="sldNum" sz="quarter" idx="18"/>
          </p:nvPr>
        </p:nvSpPr>
        <p:spPr>
          <a:xfrm>
            <a:off x="4692285" y="6318504"/>
            <a:ext cx="493776" cy="365760"/>
          </a:xfrm>
        </p:spPr>
        <p:txBody>
          <a:bodyPr/>
          <a:lstStyle/>
          <a:p>
            <a:fld id="{5DAD859A-2C66-45B9-9A71-3CF205EC2D4A}" type="slidenum">
              <a:rPr lang="en-US" smtClean="0"/>
              <a:t>‹#›</a:t>
            </a:fld>
            <a:endParaRPr lang="en-US"/>
          </a:p>
        </p:txBody>
      </p:sp>
      <p:sp>
        <p:nvSpPr>
          <p:cNvPr id="12" name="Picture Placeholder 11">
            <a:extLst>
              <a:ext uri="{FF2B5EF4-FFF2-40B4-BE49-F238E27FC236}">
                <a16:creationId xmlns:a16="http://schemas.microsoft.com/office/drawing/2014/main" id="{EC59C038-AFE7-F1BB-D482-33E170892572}"/>
              </a:ext>
            </a:extLst>
          </p:cNvPr>
          <p:cNvSpPr>
            <a:spLocks noGrp="1"/>
          </p:cNvSpPr>
          <p:nvPr>
            <p:ph type="pic" sz="quarter" idx="15" hasCustomPrompt="1"/>
          </p:nvPr>
        </p:nvSpPr>
        <p:spPr>
          <a:xfrm>
            <a:off x="5844556" y="0"/>
            <a:ext cx="6224082" cy="6858000"/>
          </a:xfrm>
          <a:blipFill dpi="0" rotWithShape="1">
            <a:blip r:embed="rId2">
              <a:alphaModFix amt="7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81110149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4389120" cy="1444752"/>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2084832"/>
            <a:ext cx="4389120" cy="41696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7497486-A221-C6D1-050D-0B3DB326465B}"/>
              </a:ext>
            </a:extLst>
          </p:cNvPr>
          <p:cNvSpPr>
            <a:spLocks noGrp="1"/>
          </p:cNvSpPr>
          <p:nvPr>
            <p:ph type="ftr" sz="quarter" idx="17"/>
          </p:nvPr>
        </p:nvSpPr>
        <p:spPr>
          <a:xfrm>
            <a:off x="612648" y="6318504"/>
            <a:ext cx="2651760" cy="365760"/>
          </a:xfrm>
        </p:spPr>
        <p:txBody>
          <a:bodyPr/>
          <a:lstStyle/>
          <a:p>
            <a:endParaRPr lang="en-US"/>
          </a:p>
        </p:txBody>
      </p:sp>
      <p:sp>
        <p:nvSpPr>
          <p:cNvPr id="3" name="Date Placeholder 2">
            <a:extLst>
              <a:ext uri="{FF2B5EF4-FFF2-40B4-BE49-F238E27FC236}">
                <a16:creationId xmlns:a16="http://schemas.microsoft.com/office/drawing/2014/main" id="{3907AE70-2FE3-1872-0811-BC089F612855}"/>
              </a:ext>
            </a:extLst>
          </p:cNvPr>
          <p:cNvSpPr>
            <a:spLocks noGrp="1"/>
          </p:cNvSpPr>
          <p:nvPr>
            <p:ph type="dt" sz="half" idx="16"/>
          </p:nvPr>
        </p:nvSpPr>
        <p:spPr>
          <a:xfrm>
            <a:off x="3264408" y="6318504"/>
            <a:ext cx="1325880" cy="365760"/>
          </a:xfrm>
        </p:spPr>
        <p:txBody>
          <a:bodyPr/>
          <a:lstStyle/>
          <a:p>
            <a:fld id="{3AEEF7F6-ECFE-4473-B3E9-C91BE833927A}" type="datetimeFigureOut">
              <a:rPr lang="en-US" smtClean="0"/>
              <a:t>12/2/25</a:t>
            </a:fld>
            <a:endParaRPr lang="en-US"/>
          </a:p>
        </p:txBody>
      </p:sp>
      <p:sp>
        <p:nvSpPr>
          <p:cNvPr id="9" name="Slide Number Placeholder 8">
            <a:extLst>
              <a:ext uri="{FF2B5EF4-FFF2-40B4-BE49-F238E27FC236}">
                <a16:creationId xmlns:a16="http://schemas.microsoft.com/office/drawing/2014/main" id="{193EE6EB-FF56-B8A3-1408-5C43C49B256E}"/>
              </a:ext>
            </a:extLst>
          </p:cNvPr>
          <p:cNvSpPr>
            <a:spLocks noGrp="1"/>
          </p:cNvSpPr>
          <p:nvPr>
            <p:ph type="sldNum" sz="quarter" idx="18"/>
          </p:nvPr>
        </p:nvSpPr>
        <p:spPr>
          <a:xfrm>
            <a:off x="4507992" y="6318504"/>
            <a:ext cx="493776" cy="365760"/>
          </a:xfrm>
        </p:spPr>
        <p:txBody>
          <a:bodyPr/>
          <a:lstStyle/>
          <a:p>
            <a:fld id="{5DAD859A-2C66-45B9-9A71-3CF205EC2D4A}" type="slidenum">
              <a:rPr lang="en-US" smtClean="0"/>
              <a:t>‹#›</a:t>
            </a:fld>
            <a:endParaRPr lang="en-US"/>
          </a:p>
        </p:txBody>
      </p:sp>
      <p:sp>
        <p:nvSpPr>
          <p:cNvPr id="10" name="Picture Placeholder 9">
            <a:extLst>
              <a:ext uri="{FF2B5EF4-FFF2-40B4-BE49-F238E27FC236}">
                <a16:creationId xmlns:a16="http://schemas.microsoft.com/office/drawing/2014/main" id="{EE2866F3-0262-FC88-23E2-359D75EA8A79}"/>
              </a:ext>
            </a:extLst>
          </p:cNvPr>
          <p:cNvSpPr>
            <a:spLocks noGrp="1"/>
          </p:cNvSpPr>
          <p:nvPr>
            <p:ph type="pic" sz="quarter" idx="15" hasCustomPrompt="1"/>
          </p:nvPr>
        </p:nvSpPr>
        <p:spPr>
          <a:xfrm>
            <a:off x="5660263" y="0"/>
            <a:ext cx="6408375" cy="6858000"/>
          </a:xfrm>
          <a:blipFill dpi="0" rotWithShape="1">
            <a:blip r:embed="rId2">
              <a:alphaModFix amt="70000"/>
            </a:blip>
            <a:srcRect/>
            <a:stretch>
              <a:fillRect/>
            </a:stretch>
          </a:blipFill>
        </p:spPr>
        <p:txBody>
          <a:bodyPr/>
          <a:lstStyle>
            <a:lvl1pPr marL="0" indent="0">
              <a:buNone/>
              <a:defRPr/>
            </a:lvl1pPr>
          </a:lstStyle>
          <a:p>
            <a:r>
              <a:rPr lang="en-US"/>
              <a:t> </a:t>
            </a:r>
          </a:p>
        </p:txBody>
      </p:sp>
      <p:grpSp>
        <p:nvGrpSpPr>
          <p:cNvPr id="11" name="Group 10">
            <a:extLst>
              <a:ext uri="{FF2B5EF4-FFF2-40B4-BE49-F238E27FC236}">
                <a16:creationId xmlns:a16="http://schemas.microsoft.com/office/drawing/2014/main" id="{5D76C82F-0CA8-713E-E19A-65D51910A5DC}"/>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2" name="Rectangle 11">
              <a:extLst>
                <a:ext uri="{FF2B5EF4-FFF2-40B4-BE49-F238E27FC236}">
                  <a16:creationId xmlns:a16="http://schemas.microsoft.com/office/drawing/2014/main" id="{C3A0EB22-0640-E9D6-5C90-504668EDC47C}"/>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995F219-6751-8C9C-0F4E-1048F537CB61}"/>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6781193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5C494689-2DF4-F719-B5A3-0E33B5AB963F}"/>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7" name="Rectangle 16">
              <a:extLst>
                <a:ext uri="{FF2B5EF4-FFF2-40B4-BE49-F238E27FC236}">
                  <a16:creationId xmlns:a16="http://schemas.microsoft.com/office/drawing/2014/main" id="{258C88C8-2ADC-03E1-DA79-C09C9FFCB400}"/>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6EE9281E-3F01-B630-B5DF-17CEE295D67F}"/>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22376"/>
            <a:ext cx="3017520" cy="3364992"/>
          </a:xfrm>
        </p:spPr>
        <p:txBody>
          <a:bodyPr anchor="t"/>
          <a:lstStyle/>
          <a:p>
            <a:r>
              <a:rPr lang="en-US"/>
              <a:t>Click to edit Master title style</a:t>
            </a:r>
          </a:p>
        </p:txBody>
      </p:sp>
      <p:sp>
        <p:nvSpPr>
          <p:cNvPr id="10" name="Picture Placeholder 9">
            <a:extLst>
              <a:ext uri="{FF2B5EF4-FFF2-40B4-BE49-F238E27FC236}">
                <a16:creationId xmlns:a16="http://schemas.microsoft.com/office/drawing/2014/main" id="{85A6D87B-55DF-483B-0AF7-E6F2B6041C80}"/>
              </a:ext>
            </a:extLst>
          </p:cNvPr>
          <p:cNvSpPr>
            <a:spLocks noGrp="1"/>
          </p:cNvSpPr>
          <p:nvPr>
            <p:ph type="pic" sz="quarter" idx="15" hasCustomPrompt="1"/>
          </p:nvPr>
        </p:nvSpPr>
        <p:spPr>
          <a:xfrm>
            <a:off x="4105656" y="722376"/>
            <a:ext cx="3417212" cy="5440680"/>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998356" y="722376"/>
            <a:ext cx="3566160" cy="5440680"/>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13">
            <a:extLst>
              <a:ext uri="{FF2B5EF4-FFF2-40B4-BE49-F238E27FC236}">
                <a16:creationId xmlns:a16="http://schemas.microsoft.com/office/drawing/2014/main" id="{B46F9121-A740-6137-350B-F287FC3F65ED}"/>
              </a:ext>
            </a:extLst>
          </p:cNvPr>
          <p:cNvSpPr>
            <a:spLocks noGrp="1"/>
          </p:cNvSpPr>
          <p:nvPr>
            <p:ph type="ftr" sz="quarter" idx="17"/>
          </p:nvPr>
        </p:nvSpPr>
        <p:spPr/>
        <p:txBody>
          <a:bodyPr/>
          <a:lstStyle/>
          <a:p>
            <a:endParaRPr lang="en-US"/>
          </a:p>
        </p:txBody>
      </p:sp>
      <p:sp>
        <p:nvSpPr>
          <p:cNvPr id="9" name="Date Placeholder 8">
            <a:extLst>
              <a:ext uri="{FF2B5EF4-FFF2-40B4-BE49-F238E27FC236}">
                <a16:creationId xmlns:a16="http://schemas.microsoft.com/office/drawing/2014/main" id="{71DDF62D-265F-648C-DEAF-A6B63AFE9A88}"/>
              </a:ext>
            </a:extLst>
          </p:cNvPr>
          <p:cNvSpPr>
            <a:spLocks noGrp="1"/>
          </p:cNvSpPr>
          <p:nvPr>
            <p:ph type="dt" sz="half" idx="16"/>
          </p:nvPr>
        </p:nvSpPr>
        <p:spPr/>
        <p:txBody>
          <a:bodyPr/>
          <a:lstStyle/>
          <a:p>
            <a:fld id="{3AEEF7F6-ECFE-4473-B3E9-C91BE833927A}" type="datetimeFigureOut">
              <a:rPr lang="en-US" smtClean="0"/>
              <a:t>12/2/25</a:t>
            </a:fld>
            <a:endParaRPr lang="en-US"/>
          </a:p>
        </p:txBody>
      </p:sp>
      <p:sp>
        <p:nvSpPr>
          <p:cNvPr id="15" name="Slide Number Placeholder 14">
            <a:extLst>
              <a:ext uri="{FF2B5EF4-FFF2-40B4-BE49-F238E27FC236}">
                <a16:creationId xmlns:a16="http://schemas.microsoft.com/office/drawing/2014/main" id="{4B1E5F69-8168-1838-71D3-E395524793E7}"/>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53509302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6DB5D765-4DB1-83CD-C254-A90B6611CFB6}"/>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9" name="Rectangle 8">
              <a:extLst>
                <a:ext uri="{FF2B5EF4-FFF2-40B4-BE49-F238E27FC236}">
                  <a16:creationId xmlns:a16="http://schemas.microsoft.com/office/drawing/2014/main" id="{C69A84EF-6D24-A163-8B58-B5389FD4DDD7}"/>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E9A50A9-013C-611D-B106-1ED459519F51}"/>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65592" y="502920"/>
            <a:ext cx="3401568" cy="1444752"/>
          </a:xfrm>
        </p:spPr>
        <p:txBody>
          <a:bodyPr anchor="b"/>
          <a:lstStyle/>
          <a:p>
            <a:r>
              <a:rPr lang="en-US"/>
              <a:t>Click to edit Master title style</a:t>
            </a:r>
          </a:p>
        </p:txBody>
      </p:sp>
      <p:sp>
        <p:nvSpPr>
          <p:cNvPr id="12" name="Picture Placeholder 11">
            <a:extLst>
              <a:ext uri="{FF2B5EF4-FFF2-40B4-BE49-F238E27FC236}">
                <a16:creationId xmlns:a16="http://schemas.microsoft.com/office/drawing/2014/main" id="{F8A45037-DD9A-9287-B37A-49CD4CC3CAFB}"/>
              </a:ext>
            </a:extLst>
          </p:cNvPr>
          <p:cNvSpPr>
            <a:spLocks noGrp="1"/>
          </p:cNvSpPr>
          <p:nvPr>
            <p:ph type="pic" sz="quarter" idx="15" hasCustomPrompt="1"/>
          </p:nvPr>
        </p:nvSpPr>
        <p:spPr>
          <a:xfrm>
            <a:off x="115866" y="-1"/>
            <a:ext cx="7397496" cy="6857999"/>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65592" y="2084832"/>
            <a:ext cx="3401568" cy="416966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10">
            <a:extLst>
              <a:ext uri="{FF2B5EF4-FFF2-40B4-BE49-F238E27FC236}">
                <a16:creationId xmlns:a16="http://schemas.microsoft.com/office/drawing/2014/main" id="{6F5CC625-CD4F-F9C5-5E5D-05B78AE7CEE1}"/>
              </a:ext>
            </a:extLst>
          </p:cNvPr>
          <p:cNvSpPr>
            <a:spLocks noGrp="1"/>
          </p:cNvSpPr>
          <p:nvPr>
            <p:ph type="ftr" sz="quarter" idx="17"/>
          </p:nvPr>
        </p:nvSpPr>
        <p:spPr>
          <a:xfrm>
            <a:off x="8165592" y="6318504"/>
            <a:ext cx="2333520" cy="365760"/>
          </a:xfrm>
        </p:spPr>
        <p:txBody>
          <a:bodyPr/>
          <a:lstStyle/>
          <a:p>
            <a:endParaRPr lang="en-US"/>
          </a:p>
        </p:txBody>
      </p:sp>
      <p:sp>
        <p:nvSpPr>
          <p:cNvPr id="4" name="Date Placeholder 3">
            <a:extLst>
              <a:ext uri="{FF2B5EF4-FFF2-40B4-BE49-F238E27FC236}">
                <a16:creationId xmlns:a16="http://schemas.microsoft.com/office/drawing/2014/main" id="{1762B38A-33A6-F8AC-C9B9-FA400D29071B}"/>
              </a:ext>
            </a:extLst>
          </p:cNvPr>
          <p:cNvSpPr>
            <a:spLocks noGrp="1"/>
          </p:cNvSpPr>
          <p:nvPr>
            <p:ph type="dt" sz="half" idx="16"/>
          </p:nvPr>
        </p:nvSpPr>
        <p:spPr>
          <a:xfrm>
            <a:off x="10504406" y="6318504"/>
            <a:ext cx="1062754" cy="365760"/>
          </a:xfrm>
        </p:spPr>
        <p:txBody>
          <a:bodyPr/>
          <a:lstStyle/>
          <a:p>
            <a:fld id="{3AEEF7F6-ECFE-4473-B3E9-C91BE833927A}" type="datetimeFigureOut">
              <a:rPr lang="en-US" smtClean="0"/>
              <a:t>12/2/25</a:t>
            </a:fld>
            <a:endParaRPr lang="en-US"/>
          </a:p>
        </p:txBody>
      </p:sp>
      <p:sp>
        <p:nvSpPr>
          <p:cNvPr id="13" name="Slide Number Placeholder 12">
            <a:extLst>
              <a:ext uri="{FF2B5EF4-FFF2-40B4-BE49-F238E27FC236}">
                <a16:creationId xmlns:a16="http://schemas.microsoft.com/office/drawing/2014/main" id="{E5B1B358-15B5-2BEF-0B1B-0BC9F05FFA1A}"/>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69381739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3401568" cy="1444752"/>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2648" y="2084832"/>
            <a:ext cx="3401568" cy="416966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2648" y="6318504"/>
            <a:ext cx="1975502" cy="365760"/>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2588150" y="6318504"/>
            <a:ext cx="1014586" cy="365760"/>
          </a:xfrm>
        </p:spPr>
        <p:txBody>
          <a:bodyPr/>
          <a:lstStyle>
            <a:lvl1pPr>
              <a:defRPr>
                <a:solidFill>
                  <a:schemeClr val="tx1"/>
                </a:solidFill>
                <a:effectLst/>
              </a:defRPr>
            </a:lvl1pPr>
          </a:lstStyle>
          <a:p>
            <a:fld id="{3AEEF7F6-ECFE-4473-B3E9-C91BE833927A}" type="datetimeFigureOut">
              <a:rPr lang="en-US" smtClean="0"/>
              <a:t>12/2/25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520440" y="6318504"/>
            <a:ext cx="493776" cy="365760"/>
          </a:xfrm>
        </p:spPr>
        <p:txBody>
          <a:bodyPr/>
          <a:lstStyle/>
          <a:p>
            <a:fld id="{5DAD859A-2C66-45B9-9A71-3CF205EC2D4A}" type="slidenum">
              <a:rPr lang="en-US" smtClean="0"/>
              <a:t>‹#›</a:t>
            </a:fld>
            <a:endParaRPr lang="en-US"/>
          </a:p>
        </p:txBody>
      </p:sp>
      <p:sp>
        <p:nvSpPr>
          <p:cNvPr id="10" name="Picture Placeholder 9">
            <a:extLst>
              <a:ext uri="{FF2B5EF4-FFF2-40B4-BE49-F238E27FC236}">
                <a16:creationId xmlns:a16="http://schemas.microsoft.com/office/drawing/2014/main" id="{85A6D87B-55DF-483B-0AF7-E6F2B6041C80}"/>
              </a:ext>
            </a:extLst>
          </p:cNvPr>
          <p:cNvSpPr>
            <a:spLocks noGrp="1"/>
          </p:cNvSpPr>
          <p:nvPr>
            <p:ph type="pic" sz="quarter" idx="15" hasCustomPrompt="1"/>
          </p:nvPr>
        </p:nvSpPr>
        <p:spPr>
          <a:xfrm>
            <a:off x="4802819" y="0"/>
            <a:ext cx="7265819" cy="6858000"/>
          </a:xfrm>
          <a:blipFill dpi="0" rotWithShape="1">
            <a:blip r:embed="rId2">
              <a:alphaModFix amt="70000"/>
            </a:blip>
            <a:srcRect/>
            <a:stretch>
              <a:fillRect/>
            </a:stretch>
          </a:blipFill>
        </p:spPr>
        <p:txBody>
          <a:bodyPr/>
          <a:lstStyle>
            <a:lvl1pPr marL="0" indent="0">
              <a:buNone/>
              <a:defRPr/>
            </a:lvl1pPr>
          </a:lstStyle>
          <a:p>
            <a:r>
              <a:rPr lang="en-US"/>
              <a:t> </a:t>
            </a:r>
          </a:p>
        </p:txBody>
      </p:sp>
      <p:grpSp>
        <p:nvGrpSpPr>
          <p:cNvPr id="11" name="Group 10">
            <a:extLst>
              <a:ext uri="{FF2B5EF4-FFF2-40B4-BE49-F238E27FC236}">
                <a16:creationId xmlns:a16="http://schemas.microsoft.com/office/drawing/2014/main" id="{DCFD1FA7-C4E8-DE5C-3B9D-DCD115B6C327}"/>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2" name="Rectangle 11">
              <a:extLst>
                <a:ext uri="{FF2B5EF4-FFF2-40B4-BE49-F238E27FC236}">
                  <a16:creationId xmlns:a16="http://schemas.microsoft.com/office/drawing/2014/main" id="{4C133272-DC27-4D54-F532-D2039EAA5D95}"/>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9C8420D-B6AB-D6E7-38A4-FFF30B404590}"/>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33763908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65592" y="1008126"/>
            <a:ext cx="3401567" cy="1947672"/>
          </a:xfrm>
        </p:spPr>
        <p:txBody>
          <a:bodyPr anchor="b"/>
          <a:lstStyle/>
          <a:p>
            <a:r>
              <a:rPr lang="en-US"/>
              <a:t>Click to edit Master title style</a:t>
            </a:r>
          </a:p>
        </p:txBody>
      </p:sp>
      <p:sp>
        <p:nvSpPr>
          <p:cNvPr id="10" name="Picture Placeholder 9">
            <a:extLst>
              <a:ext uri="{FF2B5EF4-FFF2-40B4-BE49-F238E27FC236}">
                <a16:creationId xmlns:a16="http://schemas.microsoft.com/office/drawing/2014/main" id="{F93A3E8A-C3F5-3D0B-FDE4-68B52DFE7196}"/>
              </a:ext>
            </a:extLst>
          </p:cNvPr>
          <p:cNvSpPr>
            <a:spLocks noGrp="1"/>
          </p:cNvSpPr>
          <p:nvPr>
            <p:ph type="pic" sz="quarter" idx="15" hasCustomPrompt="1"/>
          </p:nvPr>
        </p:nvSpPr>
        <p:spPr>
          <a:xfrm>
            <a:off x="115866" y="0"/>
            <a:ext cx="7397496" cy="6858000"/>
          </a:xfrm>
          <a:blipFill dpi="0" rotWithShape="1">
            <a:blip r:embed="rId2">
              <a:alphaModFix amt="70000"/>
            </a:blip>
            <a:srcRect/>
            <a:stretch>
              <a:fillRect/>
            </a:stretch>
          </a:blipFill>
        </p:spPr>
        <p:txBody>
          <a:bodyPr/>
          <a:lstStyle>
            <a:lvl1pPr marL="0" indent="0">
              <a:buNone/>
              <a:defRPr/>
            </a:lvl1pPr>
          </a:lstStyle>
          <a:p>
            <a:r>
              <a:rPr lang="en-US"/>
              <a:t> </a:t>
            </a:r>
          </a:p>
        </p:txBody>
      </p:sp>
      <p:grpSp>
        <p:nvGrpSpPr>
          <p:cNvPr id="11" name="Group 10">
            <a:extLst>
              <a:ext uri="{FF2B5EF4-FFF2-40B4-BE49-F238E27FC236}">
                <a16:creationId xmlns:a16="http://schemas.microsoft.com/office/drawing/2014/main" id="{E02754B6-EAB4-945C-FC4E-F8F7D453BCCD}"/>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12" name="Rectangle 11">
              <a:extLst>
                <a:ext uri="{FF2B5EF4-FFF2-40B4-BE49-F238E27FC236}">
                  <a16:creationId xmlns:a16="http://schemas.microsoft.com/office/drawing/2014/main" id="{A699CF6F-40DA-4FCF-FBCF-9907CB96FB76}"/>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7C8A1CA-3094-3344-5C05-30F5E18CD021}"/>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65592" y="3099816"/>
            <a:ext cx="3401567" cy="3054096"/>
          </a:xfrm>
        </p:spPr>
        <p:txBody>
          <a:bodyPr>
            <a:normAutofit/>
          </a:bodyPr>
          <a:lstStyle>
            <a:lvl1pPr marL="0" indent="0">
              <a:buNone/>
              <a:defRPr sz="16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8D8C8E1E-13A9-668C-1F5C-BC271E6A05CF}"/>
              </a:ext>
            </a:extLst>
          </p:cNvPr>
          <p:cNvSpPr>
            <a:spLocks noGrp="1"/>
          </p:cNvSpPr>
          <p:nvPr>
            <p:ph type="ftr" sz="quarter" idx="17"/>
          </p:nvPr>
        </p:nvSpPr>
        <p:spPr>
          <a:xfrm>
            <a:off x="8165592" y="6318504"/>
            <a:ext cx="2331720" cy="365760"/>
          </a:xfrm>
        </p:spPr>
        <p:txBody>
          <a:bodyPr/>
          <a:lstStyle/>
          <a:p>
            <a:endParaRPr lang="en-US"/>
          </a:p>
        </p:txBody>
      </p:sp>
      <p:sp>
        <p:nvSpPr>
          <p:cNvPr id="3" name="Date Placeholder 2">
            <a:extLst>
              <a:ext uri="{FF2B5EF4-FFF2-40B4-BE49-F238E27FC236}">
                <a16:creationId xmlns:a16="http://schemas.microsoft.com/office/drawing/2014/main" id="{99BE2343-B677-7565-070B-CEED0B0D5463}"/>
              </a:ext>
            </a:extLst>
          </p:cNvPr>
          <p:cNvSpPr>
            <a:spLocks noGrp="1"/>
          </p:cNvSpPr>
          <p:nvPr>
            <p:ph type="dt" sz="half" idx="16"/>
          </p:nvPr>
        </p:nvSpPr>
        <p:spPr>
          <a:xfrm>
            <a:off x="10497312" y="6318504"/>
            <a:ext cx="1069847" cy="365760"/>
          </a:xfrm>
        </p:spPr>
        <p:txBody>
          <a:bodyPr/>
          <a:lstStyle/>
          <a:p>
            <a:fld id="{3AEEF7F6-ECFE-4473-B3E9-C91BE833927A}" type="datetimeFigureOut">
              <a:rPr lang="en-US" smtClean="0"/>
              <a:t>12/2/25</a:t>
            </a:fld>
            <a:endParaRPr lang="en-US"/>
          </a:p>
        </p:txBody>
      </p:sp>
      <p:sp>
        <p:nvSpPr>
          <p:cNvPr id="9" name="Slide Number Placeholder 8">
            <a:extLst>
              <a:ext uri="{FF2B5EF4-FFF2-40B4-BE49-F238E27FC236}">
                <a16:creationId xmlns:a16="http://schemas.microsoft.com/office/drawing/2014/main" id="{394BC881-6669-50F2-64F2-57BD81A93BCE}"/>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56336097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4956312"/>
            <a:ext cx="3647839" cy="1420235"/>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1"/>
            <a:ext cx="12192000" cy="4591025"/>
          </a:xfrm>
          <a:blipFill dpi="0" rotWithShape="1">
            <a:blip r:embed="rId2">
              <a:alphaModFix amt="70000"/>
            </a:blip>
            <a:srcRect/>
            <a:stretch>
              <a:fillRect/>
            </a:stretch>
          </a:blipFill>
        </p:spPr>
        <p:txBody>
          <a:bodyPr/>
          <a:lstStyle>
            <a:lvl1pPr marL="0" indent="0">
              <a:buNone/>
              <a:defRPr/>
            </a:lvl1pPr>
          </a:lstStyle>
          <a:p>
            <a:r>
              <a:rPr lang="en-US"/>
              <a:t> </a:t>
            </a:r>
          </a:p>
        </p:txBody>
      </p:sp>
      <p:grpSp>
        <p:nvGrpSpPr>
          <p:cNvPr id="9" name="Group 8">
            <a:extLst>
              <a:ext uri="{FF2B5EF4-FFF2-40B4-BE49-F238E27FC236}">
                <a16:creationId xmlns:a16="http://schemas.microsoft.com/office/drawing/2014/main" id="{7A6CD91D-B3A8-3626-F189-B9F77A315DD9}"/>
              </a:ext>
              <a:ext uri="{C183D7F6-B498-43B3-948B-1728B52AA6E4}">
                <adec:decorative xmlns:adec="http://schemas.microsoft.com/office/drawing/2017/decorative" val="1"/>
              </a:ext>
            </a:extLst>
          </p:cNvPr>
          <p:cNvGrpSpPr/>
          <p:nvPr/>
        </p:nvGrpSpPr>
        <p:grpSpPr>
          <a:xfrm rot="10800000">
            <a:off x="0" y="4591027"/>
            <a:ext cx="12198096" cy="123363"/>
            <a:chOff x="-5025" y="6737718"/>
            <a:chExt cx="12207200" cy="123363"/>
          </a:xfrm>
        </p:grpSpPr>
        <p:sp>
          <p:nvSpPr>
            <p:cNvPr id="10" name="Rectangle 9">
              <a:extLst>
                <a:ext uri="{FF2B5EF4-FFF2-40B4-BE49-F238E27FC236}">
                  <a16:creationId xmlns:a16="http://schemas.microsoft.com/office/drawing/2014/main" id="{6869147E-E51A-3B94-6CD8-EE629F879704}"/>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DCD771F-7FFC-BCEC-B388-8883BD9CBC61}"/>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257800" y="4956312"/>
            <a:ext cx="6309360" cy="1420235"/>
          </a:xfrm>
        </p:spPr>
        <p:txBody>
          <a:bodyPr>
            <a:norm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AEEF7F6-ECFE-4473-B3E9-C91BE833927A}" type="datetimeFigureOut">
              <a:rPr lang="en-US" smtClean="0"/>
              <a:t>12/2/25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93315113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4093596"/>
            <a:ext cx="2953618" cy="200791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12" name="Picture Placeholder 11">
            <a:extLst>
              <a:ext uri="{FF2B5EF4-FFF2-40B4-BE49-F238E27FC236}">
                <a16:creationId xmlns:a16="http://schemas.microsoft.com/office/drawing/2014/main" id="{B8FB154D-4A60-735B-FA5C-F17F96D0F7DD}"/>
              </a:ext>
            </a:extLst>
          </p:cNvPr>
          <p:cNvSpPr>
            <a:spLocks noGrp="1"/>
          </p:cNvSpPr>
          <p:nvPr>
            <p:ph type="pic" sz="quarter" idx="15" hasCustomPrompt="1"/>
          </p:nvPr>
        </p:nvSpPr>
        <p:spPr>
          <a:xfrm>
            <a:off x="0" y="0"/>
            <a:ext cx="12192000" cy="3700807"/>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68555" y="4093596"/>
            <a:ext cx="7298605" cy="2289578"/>
          </a:xfrm>
        </p:spPr>
        <p:txBody>
          <a:bodyPr>
            <a:norm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13">
            <a:extLst>
              <a:ext uri="{FF2B5EF4-FFF2-40B4-BE49-F238E27FC236}">
                <a16:creationId xmlns:a16="http://schemas.microsoft.com/office/drawing/2014/main" id="{3BD91724-58CE-FA68-1E24-9CD57621C129}"/>
              </a:ext>
            </a:extLst>
          </p:cNvPr>
          <p:cNvSpPr>
            <a:spLocks noGrp="1"/>
          </p:cNvSpPr>
          <p:nvPr>
            <p:ph type="ftr" sz="quarter" idx="17"/>
          </p:nvPr>
        </p:nvSpPr>
        <p:spPr/>
        <p:txBody>
          <a:bodyPr/>
          <a:lstStyle/>
          <a:p>
            <a:endParaRPr lang="en-US"/>
          </a:p>
        </p:txBody>
      </p:sp>
      <p:sp>
        <p:nvSpPr>
          <p:cNvPr id="13" name="Date Placeholder 12">
            <a:extLst>
              <a:ext uri="{FF2B5EF4-FFF2-40B4-BE49-F238E27FC236}">
                <a16:creationId xmlns:a16="http://schemas.microsoft.com/office/drawing/2014/main" id="{9AA293A1-7F80-90D9-D8FF-27238ADD7956}"/>
              </a:ext>
            </a:extLst>
          </p:cNvPr>
          <p:cNvSpPr>
            <a:spLocks noGrp="1"/>
          </p:cNvSpPr>
          <p:nvPr>
            <p:ph type="dt" sz="half" idx="16"/>
          </p:nvPr>
        </p:nvSpPr>
        <p:spPr/>
        <p:txBody>
          <a:bodyPr/>
          <a:lstStyle/>
          <a:p>
            <a:fld id="{3AEEF7F6-ECFE-4473-B3E9-C91BE833927A}" type="datetimeFigureOut">
              <a:rPr lang="en-US" smtClean="0"/>
              <a:t>12/2/25</a:t>
            </a:fld>
            <a:endParaRPr lang="en-US"/>
          </a:p>
        </p:txBody>
      </p:sp>
      <p:sp>
        <p:nvSpPr>
          <p:cNvPr id="15" name="Slide Number Placeholder 14">
            <a:extLst>
              <a:ext uri="{FF2B5EF4-FFF2-40B4-BE49-F238E27FC236}">
                <a16:creationId xmlns:a16="http://schemas.microsoft.com/office/drawing/2014/main" id="{3B9AC797-2D9B-C7AC-550D-157FEDA3800D}"/>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416469467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0333CDCF-1D03-5851-5ADE-6C229D9C93F1}"/>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2" name="Rectangle 11">
              <a:extLst>
                <a:ext uri="{FF2B5EF4-FFF2-40B4-BE49-F238E27FC236}">
                  <a16:creationId xmlns:a16="http://schemas.microsoft.com/office/drawing/2014/main" id="{436CADBC-4985-70E0-56BE-1C8385BBCBD0}"/>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31B3299-F1D4-88B7-5B22-7D623606691F}"/>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7978"/>
            <a:ext cx="10954512" cy="969264"/>
          </a:xfrm>
        </p:spPr>
        <p:txBody>
          <a:bodyPr anchor="ctr"/>
          <a:lstStyle/>
          <a:p>
            <a:r>
              <a:rPr lang="en-US"/>
              <a:t>Click to edit Master title style</a:t>
            </a:r>
          </a:p>
        </p:txBody>
      </p:sp>
      <p:sp>
        <p:nvSpPr>
          <p:cNvPr id="9" name="Picture Placeholder 8">
            <a:extLst>
              <a:ext uri="{FF2B5EF4-FFF2-40B4-BE49-F238E27FC236}">
                <a16:creationId xmlns:a16="http://schemas.microsoft.com/office/drawing/2014/main" id="{65C3B04B-96C8-DA90-9593-3508CE34B4EE}"/>
              </a:ext>
            </a:extLst>
          </p:cNvPr>
          <p:cNvSpPr>
            <a:spLocks noGrp="1"/>
          </p:cNvSpPr>
          <p:nvPr>
            <p:ph type="pic" sz="quarter" idx="15" hasCustomPrompt="1"/>
          </p:nvPr>
        </p:nvSpPr>
        <p:spPr>
          <a:xfrm>
            <a:off x="612648" y="1801367"/>
            <a:ext cx="6550152" cy="4489704"/>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848600" y="1801367"/>
            <a:ext cx="3718561" cy="448970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2E02B3BF-7794-675C-7382-345519B43BE3}"/>
              </a:ext>
            </a:extLst>
          </p:cNvPr>
          <p:cNvSpPr>
            <a:spLocks noGrp="1"/>
          </p:cNvSpPr>
          <p:nvPr>
            <p:ph type="ftr" sz="quarter" idx="17"/>
          </p:nvPr>
        </p:nvSpPr>
        <p:spPr/>
        <p:txBody>
          <a:bodyPr/>
          <a:lstStyle/>
          <a:p>
            <a:endParaRPr lang="en-US"/>
          </a:p>
        </p:txBody>
      </p:sp>
      <p:sp>
        <p:nvSpPr>
          <p:cNvPr id="3" name="Date Placeholder 2">
            <a:extLst>
              <a:ext uri="{FF2B5EF4-FFF2-40B4-BE49-F238E27FC236}">
                <a16:creationId xmlns:a16="http://schemas.microsoft.com/office/drawing/2014/main" id="{08303468-1991-7CCF-2C67-0B5A3850BAD1}"/>
              </a:ext>
            </a:extLst>
          </p:cNvPr>
          <p:cNvSpPr>
            <a:spLocks noGrp="1"/>
          </p:cNvSpPr>
          <p:nvPr>
            <p:ph type="dt" sz="half" idx="16"/>
          </p:nvPr>
        </p:nvSpPr>
        <p:spPr/>
        <p:txBody>
          <a:bodyPr/>
          <a:lstStyle/>
          <a:p>
            <a:fld id="{3AEEF7F6-ECFE-4473-B3E9-C91BE833927A}" type="datetimeFigureOut">
              <a:rPr lang="en-US" smtClean="0"/>
              <a:t>12/2/25</a:t>
            </a:fld>
            <a:endParaRPr lang="en-US"/>
          </a:p>
        </p:txBody>
      </p:sp>
      <p:sp>
        <p:nvSpPr>
          <p:cNvPr id="10" name="Slide Number Placeholder 9">
            <a:extLst>
              <a:ext uri="{FF2B5EF4-FFF2-40B4-BE49-F238E27FC236}">
                <a16:creationId xmlns:a16="http://schemas.microsoft.com/office/drawing/2014/main" id="{5AF75D71-C32E-4EF6-2C8E-B5F29DBF4D14}"/>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410032899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6287667-A4F8-6B7A-7C1E-415768F3B3AA}"/>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9" name="Rectangle 8">
              <a:extLst>
                <a:ext uri="{FF2B5EF4-FFF2-40B4-BE49-F238E27FC236}">
                  <a16:creationId xmlns:a16="http://schemas.microsoft.com/office/drawing/2014/main" id="{860F260A-40A1-ED4C-F5A8-F915D3BDB7F5}"/>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79CD2C2-2541-1223-03B1-97955C134718}"/>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4669536" cy="1453896"/>
          </a:xfrm>
        </p:spPr>
        <p:txBody>
          <a:bodyPr anchor="t"/>
          <a:lstStyle/>
          <a:p>
            <a:r>
              <a:rPr lang="en-US"/>
              <a:t>Click to edit Master title style</a:t>
            </a:r>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612648" y="2293938"/>
            <a:ext cx="4669536" cy="4024566"/>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02919"/>
            <a:ext cx="5471160" cy="58155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10">
            <a:extLst>
              <a:ext uri="{FF2B5EF4-FFF2-40B4-BE49-F238E27FC236}">
                <a16:creationId xmlns:a16="http://schemas.microsoft.com/office/drawing/2014/main" id="{F3134235-8D6E-735A-EBA0-BA533F60F020}"/>
              </a:ext>
            </a:extLst>
          </p:cNvPr>
          <p:cNvSpPr>
            <a:spLocks noGrp="1"/>
          </p:cNvSpPr>
          <p:nvPr>
            <p:ph type="ftr" sz="quarter" idx="17"/>
          </p:nvPr>
        </p:nvSpPr>
        <p:spPr/>
        <p:txBody>
          <a:bodyPr/>
          <a:lstStyle/>
          <a:p>
            <a:endParaRPr lang="en-US"/>
          </a:p>
        </p:txBody>
      </p:sp>
      <p:sp>
        <p:nvSpPr>
          <p:cNvPr id="10" name="Date Placeholder 9">
            <a:extLst>
              <a:ext uri="{FF2B5EF4-FFF2-40B4-BE49-F238E27FC236}">
                <a16:creationId xmlns:a16="http://schemas.microsoft.com/office/drawing/2014/main" id="{9D2F68ED-5552-E109-B7F4-671217CABF2D}"/>
              </a:ext>
            </a:extLst>
          </p:cNvPr>
          <p:cNvSpPr>
            <a:spLocks noGrp="1"/>
          </p:cNvSpPr>
          <p:nvPr>
            <p:ph type="dt" sz="half" idx="16"/>
          </p:nvPr>
        </p:nvSpPr>
        <p:spPr/>
        <p:txBody>
          <a:bodyPr/>
          <a:lstStyle/>
          <a:p>
            <a:fld id="{3AEEF7F6-ECFE-4473-B3E9-C91BE833927A}" type="datetimeFigureOut">
              <a:rPr lang="en-US" smtClean="0"/>
              <a:t>12/2/25</a:t>
            </a:fld>
            <a:endParaRPr lang="en-US"/>
          </a:p>
        </p:txBody>
      </p:sp>
      <p:sp>
        <p:nvSpPr>
          <p:cNvPr id="12" name="Slide Number Placeholder 11">
            <a:extLst>
              <a:ext uri="{FF2B5EF4-FFF2-40B4-BE49-F238E27FC236}">
                <a16:creationId xmlns:a16="http://schemas.microsoft.com/office/drawing/2014/main" id="{573B9B49-4584-CFEF-738F-BE68D009CEA3}"/>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70059548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53C02DA-0C9D-12C9-42BB-CC4820B41CF2}"/>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0" name="Rectangle 9">
              <a:extLst>
                <a:ext uri="{FF2B5EF4-FFF2-40B4-BE49-F238E27FC236}">
                  <a16:creationId xmlns:a16="http://schemas.microsoft.com/office/drawing/2014/main" id="{43680A20-A590-D755-5AA0-BAF1B1402907}"/>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6CA06CF-7B14-32D2-2412-3434710512EF}"/>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3645980" cy="1453896"/>
          </a:xfrm>
        </p:spPr>
        <p:txBody>
          <a:bodyPr anchor="t"/>
          <a:lstStyle/>
          <a:p>
            <a:r>
              <a:rPr lang="en-US"/>
              <a:t>Click to edit Master title style</a:t>
            </a:r>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612648" y="2293938"/>
            <a:ext cx="3645980" cy="4024565"/>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212227" y="502919"/>
            <a:ext cx="6354933" cy="58155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11">
            <a:extLst>
              <a:ext uri="{FF2B5EF4-FFF2-40B4-BE49-F238E27FC236}">
                <a16:creationId xmlns:a16="http://schemas.microsoft.com/office/drawing/2014/main" id="{0BFB2EA8-AADE-E8CD-890F-EA9F9968B253}"/>
              </a:ext>
            </a:extLst>
          </p:cNvPr>
          <p:cNvSpPr>
            <a:spLocks noGrp="1"/>
          </p:cNvSpPr>
          <p:nvPr>
            <p:ph type="ftr" sz="quarter" idx="17"/>
          </p:nvPr>
        </p:nvSpPr>
        <p:spPr/>
        <p:txBody>
          <a:bodyPr/>
          <a:lstStyle/>
          <a:p>
            <a:endParaRPr lang="en-US"/>
          </a:p>
        </p:txBody>
      </p:sp>
      <p:sp>
        <p:nvSpPr>
          <p:cNvPr id="3" name="Date Placeholder 2">
            <a:extLst>
              <a:ext uri="{FF2B5EF4-FFF2-40B4-BE49-F238E27FC236}">
                <a16:creationId xmlns:a16="http://schemas.microsoft.com/office/drawing/2014/main" id="{FB8772B0-B493-B608-E389-35329DEF2016}"/>
              </a:ext>
            </a:extLst>
          </p:cNvPr>
          <p:cNvSpPr>
            <a:spLocks noGrp="1"/>
          </p:cNvSpPr>
          <p:nvPr>
            <p:ph type="dt" sz="half" idx="16"/>
          </p:nvPr>
        </p:nvSpPr>
        <p:spPr/>
        <p:txBody>
          <a:bodyPr/>
          <a:lstStyle/>
          <a:p>
            <a:fld id="{3AEEF7F6-ECFE-4473-B3E9-C91BE833927A}" type="datetimeFigureOut">
              <a:rPr lang="en-US" smtClean="0"/>
              <a:t>12/2/25</a:t>
            </a:fld>
            <a:endParaRPr lang="en-US"/>
          </a:p>
        </p:txBody>
      </p:sp>
      <p:sp>
        <p:nvSpPr>
          <p:cNvPr id="13" name="Slide Number Placeholder 12">
            <a:extLst>
              <a:ext uri="{FF2B5EF4-FFF2-40B4-BE49-F238E27FC236}">
                <a16:creationId xmlns:a16="http://schemas.microsoft.com/office/drawing/2014/main" id="{D854D38F-A697-A216-CCCB-0C1A9DCBD2FC}"/>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24665539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Number Large">
    <p:bg>
      <p:bgRef idx="1001">
        <a:schemeClr val="bg1"/>
      </p:bgRef>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0B93BC13-F3D8-0BDA-D1BF-7B8E455AC066}"/>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7362B5B-CACD-7203-74DE-7B0BBF7D69CE}"/>
              </a:ext>
            </a:extLst>
          </p:cNvPr>
          <p:cNvGrpSpPr/>
          <p:nvPr/>
        </p:nvGrpSpPr>
        <p:grpSpPr>
          <a:xfrm>
            <a:off x="-22276" y="-6922"/>
            <a:ext cx="12214276" cy="6869101"/>
            <a:chOff x="-22276" y="-6922"/>
            <a:chExt cx="12214276" cy="6869101"/>
          </a:xfrm>
        </p:grpSpPr>
        <p:sp>
          <p:nvSpPr>
            <p:cNvPr id="9" name="Rectangle 8">
              <a:extLst>
                <a:ext uri="{FF2B5EF4-FFF2-40B4-BE49-F238E27FC236}">
                  <a16:creationId xmlns:a16="http://schemas.microsoft.com/office/drawing/2014/main" id="{7D6A753B-AD01-7A7A-4F2D-C75592EC67B9}"/>
                </a:ext>
              </a:extLst>
            </p:cNvPr>
            <p:cNvSpPr/>
            <p:nvPr/>
          </p:nvSpPr>
          <p:spPr>
            <a:xfrm rot="5400000">
              <a:off x="2655863" y="-2678137"/>
              <a:ext cx="6857999" cy="12214275"/>
            </a:xfrm>
            <a:prstGeom prst="rect">
              <a:avLst/>
            </a:prstGeom>
            <a:gradFill>
              <a:gsLst>
                <a:gs pos="0">
                  <a:schemeClr val="accent2"/>
                </a:gs>
                <a:gs pos="93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0" name="Rectangle 9">
              <a:extLst>
                <a:ext uri="{FF2B5EF4-FFF2-40B4-BE49-F238E27FC236}">
                  <a16:creationId xmlns:a16="http://schemas.microsoft.com/office/drawing/2014/main" id="{33E82525-BA9A-AA08-8DF0-B77178C6BC45}"/>
                </a:ext>
              </a:extLst>
            </p:cNvPr>
            <p:cNvSpPr/>
            <p:nvPr/>
          </p:nvSpPr>
          <p:spPr>
            <a:xfrm rot="16200000">
              <a:off x="3197276" y="-2132545"/>
              <a:ext cx="6850175" cy="11139273"/>
            </a:xfrm>
            <a:prstGeom prst="rect">
              <a:avLst/>
            </a:prstGeom>
            <a:gradFill flip="none" rotWithShape="1">
              <a:gsLst>
                <a:gs pos="0">
                  <a:schemeClr val="accent5">
                    <a:lumMod val="75000"/>
                  </a:schemeClr>
                </a:gs>
                <a:gs pos="32000">
                  <a:schemeClr val="accent5">
                    <a:alpha val="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1" name="Rectangle 10">
              <a:extLst>
                <a:ext uri="{FF2B5EF4-FFF2-40B4-BE49-F238E27FC236}">
                  <a16:creationId xmlns:a16="http://schemas.microsoft.com/office/drawing/2014/main" id="{0A4B5202-8712-82B4-1B42-E7E4336E8698}"/>
                </a:ext>
              </a:extLst>
            </p:cNvPr>
            <p:cNvSpPr/>
            <p:nvPr/>
          </p:nvSpPr>
          <p:spPr>
            <a:xfrm flipH="1">
              <a:off x="-22276" y="-6922"/>
              <a:ext cx="3849318" cy="6864922"/>
            </a:xfrm>
            <a:prstGeom prst="rect">
              <a:avLst/>
            </a:prstGeom>
            <a:gradFill>
              <a:gsLst>
                <a:gs pos="0">
                  <a:schemeClr val="accent5">
                    <a:lumMod val="75000"/>
                  </a:schemeClr>
                </a:gs>
                <a:gs pos="48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2" name="Rectangle 11">
              <a:extLst>
                <a:ext uri="{FF2B5EF4-FFF2-40B4-BE49-F238E27FC236}">
                  <a16:creationId xmlns:a16="http://schemas.microsoft.com/office/drawing/2014/main" id="{D95172D8-9117-7FB7-2347-567B5663C510}"/>
                </a:ext>
                <a:ext uri="{C183D7F6-B498-43B3-948B-1728B52AA6E4}">
                  <adec:decorative xmlns:adec="http://schemas.microsoft.com/office/drawing/2017/decorative" val="1"/>
                </a:ext>
              </a:extLst>
            </p:cNvPr>
            <p:cNvSpPr/>
            <p:nvPr/>
          </p:nvSpPr>
          <p:spPr>
            <a:xfrm rot="5400000">
              <a:off x="6189691" y="-743112"/>
              <a:ext cx="5263375" cy="6741243"/>
            </a:xfrm>
            <a:prstGeom prst="rect">
              <a:avLst/>
            </a:prstGeom>
            <a:gradFill flip="none" rotWithShape="1">
              <a:gsLst>
                <a:gs pos="2000">
                  <a:schemeClr val="accent5">
                    <a:lumMod val="60000"/>
                    <a:lumOff val="40000"/>
                    <a:alpha val="68000"/>
                  </a:schemeClr>
                </a:gs>
                <a:gs pos="48000">
                  <a:schemeClr val="accent5">
                    <a:lumMod val="60000"/>
                    <a:lumOff val="40000"/>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grpSp>
      <p:sp>
        <p:nvSpPr>
          <p:cNvPr id="2" name="Title 1">
            <a:extLst>
              <a:ext uri="{FF2B5EF4-FFF2-40B4-BE49-F238E27FC236}">
                <a16:creationId xmlns:a16="http://schemas.microsoft.com/office/drawing/2014/main" id="{A13BB35F-4BB0-2BB5-FD14-127AFB001957}"/>
              </a:ext>
            </a:extLst>
          </p:cNvPr>
          <p:cNvSpPr>
            <a:spLocks noGrp="1"/>
          </p:cNvSpPr>
          <p:nvPr>
            <p:ph type="title"/>
          </p:nvPr>
        </p:nvSpPr>
        <p:spPr>
          <a:xfrm>
            <a:off x="1143000" y="4928616"/>
            <a:ext cx="9912096" cy="1545336"/>
          </a:xfrm>
        </p:spPr>
        <p:txBody>
          <a:bodyPr anchor="t">
            <a:normAutofit/>
          </a:bodyPr>
          <a:lstStyle>
            <a:lvl1pPr algn="ctr">
              <a:lnSpc>
                <a:spcPct val="120000"/>
              </a:lnSpc>
              <a:defRPr sz="2800">
                <a:solidFill>
                  <a:schemeClr val="tx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887C9CAD-F25A-225B-E7BA-4503FD713A44}"/>
              </a:ext>
            </a:extLst>
          </p:cNvPr>
          <p:cNvSpPr>
            <a:spLocks noGrp="1"/>
          </p:cNvSpPr>
          <p:nvPr>
            <p:ph sz="quarter" idx="13" hasCustomPrompt="1"/>
          </p:nvPr>
        </p:nvSpPr>
        <p:spPr>
          <a:xfrm>
            <a:off x="530352" y="978408"/>
            <a:ext cx="11137392" cy="4114800"/>
          </a:xfrm>
        </p:spPr>
        <p:txBody>
          <a:bodyPr anchor="b">
            <a:normAutofit/>
          </a:bodyPr>
          <a:lstStyle>
            <a:lvl1pPr marL="0" indent="0" algn="ctr">
              <a:lnSpc>
                <a:spcPct val="90000"/>
              </a:lnSpc>
              <a:buNone/>
              <a:defRPr sz="27800" b="1">
                <a:solidFill>
                  <a:schemeClr val="tx1"/>
                </a:solidFill>
              </a:defRPr>
            </a:lvl1pPr>
          </a:lstStyle>
          <a:p>
            <a:pPr lvl="0"/>
            <a:r>
              <a:rPr lang="en-US"/>
              <a:t>##%</a:t>
            </a:r>
          </a:p>
        </p:txBody>
      </p:sp>
      <p:sp>
        <p:nvSpPr>
          <p:cNvPr id="3" name="Footer Placeholder 2">
            <a:extLst>
              <a:ext uri="{FF2B5EF4-FFF2-40B4-BE49-F238E27FC236}">
                <a16:creationId xmlns:a16="http://schemas.microsoft.com/office/drawing/2014/main" id="{31932224-E515-4E44-2832-0D5E94847CF7}"/>
              </a:ext>
            </a:extLst>
          </p:cNvPr>
          <p:cNvSpPr>
            <a:spLocks noGrp="1"/>
          </p:cNvSpPr>
          <p:nvPr>
            <p:ph type="ftr" sz="quarter" idx="10"/>
          </p:nvPr>
        </p:nvSpPr>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9E371D16-7052-CB51-10DB-659F8F77B25F}"/>
              </a:ext>
            </a:extLst>
          </p:cNvPr>
          <p:cNvSpPr>
            <a:spLocks noGrp="1"/>
          </p:cNvSpPr>
          <p:nvPr>
            <p:ph type="dt" sz="half" idx="11"/>
          </p:nvPr>
        </p:nvSpPr>
        <p:spPr/>
        <p:txBody>
          <a:bodyPr/>
          <a:lstStyle>
            <a:lvl1pPr>
              <a:defRPr>
                <a:solidFill>
                  <a:schemeClr val="tx1"/>
                </a:solidFill>
              </a:defRPr>
            </a:lvl1pPr>
          </a:lstStyle>
          <a:p>
            <a:fld id="{3AEEF7F6-ECFE-4473-B3E9-C91BE833927A}" type="datetimeFigureOut">
              <a:rPr lang="en-US" smtClean="0"/>
              <a:t>12/2/25</a:t>
            </a:fld>
            <a:endParaRPr lang="en-US"/>
          </a:p>
        </p:txBody>
      </p:sp>
      <p:sp>
        <p:nvSpPr>
          <p:cNvPr id="5" name="Slide Number Placeholder 4">
            <a:extLst>
              <a:ext uri="{FF2B5EF4-FFF2-40B4-BE49-F238E27FC236}">
                <a16:creationId xmlns:a16="http://schemas.microsoft.com/office/drawing/2014/main" id="{85B132CC-C4B7-E2AF-5520-00C69FF37620}"/>
              </a:ext>
            </a:extLst>
          </p:cNvPr>
          <p:cNvSpPr>
            <a:spLocks noGrp="1"/>
          </p:cNvSpPr>
          <p:nvPr>
            <p:ph type="sldNum" sz="quarter" idx="12"/>
          </p:nvPr>
        </p:nvSpPr>
        <p:spPr/>
        <p:txBody>
          <a:bodyPr/>
          <a:lstStyle>
            <a:lvl1pPr>
              <a:defRPr>
                <a:solidFill>
                  <a:schemeClr val="tx1"/>
                </a:solidFill>
              </a:defRPr>
            </a:lvl1pPr>
          </a:lstStyle>
          <a:p>
            <a:fld id="{5DAD859A-2C66-45B9-9A71-3CF205EC2D4A}" type="slidenum">
              <a:rPr lang="en-US" smtClean="0"/>
              <a:t>‹#›</a:t>
            </a:fld>
            <a:endParaRPr lang="en-US"/>
          </a:p>
        </p:txBody>
      </p:sp>
    </p:spTree>
    <p:extLst>
      <p:ext uri="{BB962C8B-B14F-4D97-AF65-F5344CB8AC3E}">
        <p14:creationId xmlns:p14="http://schemas.microsoft.com/office/powerpoint/2010/main" val="2558028803"/>
      </p:ext>
    </p:extLst>
  </p:cSld>
  <p:clrMapOvr>
    <a:overrideClrMapping bg1="dk1" tx1="lt1" bg2="dk2" tx2="lt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Number Lar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BB35F-4BB0-2BB5-FD14-127AFB001957}"/>
              </a:ext>
            </a:extLst>
          </p:cNvPr>
          <p:cNvSpPr>
            <a:spLocks noGrp="1"/>
          </p:cNvSpPr>
          <p:nvPr>
            <p:ph type="title"/>
          </p:nvPr>
        </p:nvSpPr>
        <p:spPr>
          <a:xfrm>
            <a:off x="612648" y="4718304"/>
            <a:ext cx="6281928" cy="1353312"/>
          </a:xfrm>
        </p:spPr>
        <p:txBody>
          <a:bodyPr vert="horz" lIns="91440" tIns="45720" rIns="91440" bIns="45720" rtlCol="0" anchor="t">
            <a:normAutofit/>
          </a:bodyPr>
          <a:lstStyle>
            <a:lvl1pPr>
              <a:lnSpc>
                <a:spcPct val="120000"/>
              </a:lnSpc>
              <a:defRPr lang="en-US" sz="2800" dirty="0"/>
            </a:lvl1pPr>
          </a:lstStyle>
          <a:p>
            <a:pPr lvl="0"/>
            <a:r>
              <a:rPr lang="en-US"/>
              <a:t>Click to edit Master title style</a:t>
            </a:r>
          </a:p>
        </p:txBody>
      </p:sp>
      <p:sp>
        <p:nvSpPr>
          <p:cNvPr id="7" name="Content Placeholder 6">
            <a:extLst>
              <a:ext uri="{FF2B5EF4-FFF2-40B4-BE49-F238E27FC236}">
                <a16:creationId xmlns:a16="http://schemas.microsoft.com/office/drawing/2014/main" id="{887C9CAD-F25A-225B-E7BA-4503FD713A44}"/>
              </a:ext>
            </a:extLst>
          </p:cNvPr>
          <p:cNvSpPr>
            <a:spLocks noGrp="1"/>
          </p:cNvSpPr>
          <p:nvPr>
            <p:ph sz="quarter" idx="13" hasCustomPrompt="1"/>
          </p:nvPr>
        </p:nvSpPr>
        <p:spPr>
          <a:xfrm>
            <a:off x="521208" y="786384"/>
            <a:ext cx="11155680" cy="4334256"/>
          </a:xfrm>
        </p:spPr>
        <p:txBody>
          <a:bodyPr vert="horz" lIns="91440" tIns="45720" rIns="91440" bIns="45720" rtlCol="0" anchor="b">
            <a:normAutofit/>
          </a:bodyPr>
          <a:lstStyle>
            <a:lvl1pPr marL="0" indent="0">
              <a:buNone/>
              <a:defRPr lang="en-US" sz="27800" b="1" dirty="0">
                <a:gradFill>
                  <a:gsLst>
                    <a:gs pos="0">
                      <a:schemeClr val="accent2"/>
                    </a:gs>
                    <a:gs pos="100000">
                      <a:schemeClr val="accent5"/>
                    </a:gs>
                  </a:gsLst>
                  <a:lin ang="4200000" scaled="0"/>
                </a:gradFill>
              </a:defRPr>
            </a:lvl1pPr>
          </a:lstStyle>
          <a:p>
            <a:pPr lvl="0"/>
            <a:r>
              <a:rPr lang="en-US"/>
              <a:t>##%</a:t>
            </a:r>
          </a:p>
        </p:txBody>
      </p:sp>
      <p:sp>
        <p:nvSpPr>
          <p:cNvPr id="14" name="Footer Placeholder 13">
            <a:extLst>
              <a:ext uri="{FF2B5EF4-FFF2-40B4-BE49-F238E27FC236}">
                <a16:creationId xmlns:a16="http://schemas.microsoft.com/office/drawing/2014/main" id="{06AFD340-D045-A82B-779A-CCE82B04A257}"/>
              </a:ext>
            </a:extLst>
          </p:cNvPr>
          <p:cNvSpPr>
            <a:spLocks noGrp="1"/>
          </p:cNvSpPr>
          <p:nvPr>
            <p:ph type="ftr" sz="quarter" idx="15"/>
          </p:nvPr>
        </p:nvSpPr>
        <p:spPr/>
        <p:txBody>
          <a:bodyPr/>
          <a:lstStyle/>
          <a:p>
            <a:endParaRPr lang="en-US"/>
          </a:p>
        </p:txBody>
      </p:sp>
      <p:sp>
        <p:nvSpPr>
          <p:cNvPr id="6" name="Date Placeholder 5">
            <a:extLst>
              <a:ext uri="{FF2B5EF4-FFF2-40B4-BE49-F238E27FC236}">
                <a16:creationId xmlns:a16="http://schemas.microsoft.com/office/drawing/2014/main" id="{418D0173-56FC-C02C-32BA-73DB1BA380C4}"/>
              </a:ext>
            </a:extLst>
          </p:cNvPr>
          <p:cNvSpPr>
            <a:spLocks noGrp="1"/>
          </p:cNvSpPr>
          <p:nvPr>
            <p:ph type="dt" sz="half" idx="14"/>
          </p:nvPr>
        </p:nvSpPr>
        <p:spPr/>
        <p:txBody>
          <a:bodyPr/>
          <a:lstStyle/>
          <a:p>
            <a:fld id="{3AEEF7F6-ECFE-4473-B3E9-C91BE833927A}" type="datetimeFigureOut">
              <a:rPr lang="en-US" smtClean="0"/>
              <a:t>12/2/25</a:t>
            </a:fld>
            <a:endParaRPr lang="en-US"/>
          </a:p>
        </p:txBody>
      </p:sp>
      <p:sp>
        <p:nvSpPr>
          <p:cNvPr id="15" name="Slide Number Placeholder 14">
            <a:extLst>
              <a:ext uri="{FF2B5EF4-FFF2-40B4-BE49-F238E27FC236}">
                <a16:creationId xmlns:a16="http://schemas.microsoft.com/office/drawing/2014/main" id="{1B246833-56EB-2252-BAD6-8D369F554831}"/>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4429919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Number Larg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BB35F-4BB0-2BB5-FD14-127AFB001957}"/>
              </a:ext>
            </a:extLst>
          </p:cNvPr>
          <p:cNvSpPr>
            <a:spLocks noGrp="1"/>
          </p:cNvSpPr>
          <p:nvPr>
            <p:ph type="title"/>
          </p:nvPr>
        </p:nvSpPr>
        <p:spPr>
          <a:xfrm>
            <a:off x="612648" y="4983480"/>
            <a:ext cx="6281928" cy="1353312"/>
          </a:xfrm>
        </p:spPr>
        <p:txBody>
          <a:bodyPr vert="horz" lIns="91440" tIns="45720" rIns="91440" bIns="45720" rtlCol="0" anchor="b">
            <a:normAutofit/>
          </a:bodyPr>
          <a:lstStyle>
            <a:lvl1pPr>
              <a:lnSpc>
                <a:spcPct val="120000"/>
              </a:lnSpc>
              <a:defRPr lang="en-US" sz="2800" dirty="0"/>
            </a:lvl1pPr>
          </a:lstStyle>
          <a:p>
            <a:pPr lvl="0"/>
            <a:r>
              <a:rPr lang="en-US"/>
              <a:t>Click to edit Master title style</a:t>
            </a:r>
          </a:p>
        </p:txBody>
      </p:sp>
      <p:sp>
        <p:nvSpPr>
          <p:cNvPr id="7" name="Content Placeholder 6">
            <a:extLst>
              <a:ext uri="{FF2B5EF4-FFF2-40B4-BE49-F238E27FC236}">
                <a16:creationId xmlns:a16="http://schemas.microsoft.com/office/drawing/2014/main" id="{887C9CAD-F25A-225B-E7BA-4503FD713A44}"/>
              </a:ext>
            </a:extLst>
          </p:cNvPr>
          <p:cNvSpPr>
            <a:spLocks noGrp="1"/>
          </p:cNvSpPr>
          <p:nvPr>
            <p:ph sz="quarter" idx="13" hasCustomPrompt="1"/>
          </p:nvPr>
        </p:nvSpPr>
        <p:spPr>
          <a:xfrm>
            <a:off x="457200" y="182880"/>
            <a:ext cx="11247120" cy="4974336"/>
          </a:xfrm>
        </p:spPr>
        <p:txBody>
          <a:bodyPr vert="horz" lIns="91440" tIns="45720" rIns="91440" bIns="45720" rtlCol="0">
            <a:normAutofit/>
          </a:bodyPr>
          <a:lstStyle>
            <a:lvl1pPr marL="0" indent="0">
              <a:lnSpc>
                <a:spcPct val="90000"/>
              </a:lnSpc>
              <a:buNone/>
              <a:defRPr lang="en-US" sz="32500" b="1" dirty="0">
                <a:gradFill>
                  <a:gsLst>
                    <a:gs pos="0">
                      <a:schemeClr val="accent2"/>
                    </a:gs>
                    <a:gs pos="100000">
                      <a:schemeClr val="accent5"/>
                    </a:gs>
                  </a:gsLst>
                  <a:lin ang="4200000" scaled="0"/>
                </a:gradFill>
              </a:defRPr>
            </a:lvl1pPr>
          </a:lstStyle>
          <a:p>
            <a:pPr lvl="0"/>
            <a:r>
              <a:rPr lang="en-US"/>
              <a:t>##%</a:t>
            </a:r>
          </a:p>
        </p:txBody>
      </p:sp>
      <p:sp>
        <p:nvSpPr>
          <p:cNvPr id="14" name="Footer Placeholder 13">
            <a:extLst>
              <a:ext uri="{FF2B5EF4-FFF2-40B4-BE49-F238E27FC236}">
                <a16:creationId xmlns:a16="http://schemas.microsoft.com/office/drawing/2014/main" id="{06AFD340-D045-A82B-779A-CCE82B04A257}"/>
              </a:ext>
            </a:extLst>
          </p:cNvPr>
          <p:cNvSpPr>
            <a:spLocks noGrp="1"/>
          </p:cNvSpPr>
          <p:nvPr>
            <p:ph type="ftr" sz="quarter" idx="15"/>
          </p:nvPr>
        </p:nvSpPr>
        <p:spPr/>
        <p:txBody>
          <a:bodyPr/>
          <a:lstStyle/>
          <a:p>
            <a:endParaRPr lang="en-US"/>
          </a:p>
        </p:txBody>
      </p:sp>
      <p:sp>
        <p:nvSpPr>
          <p:cNvPr id="6" name="Date Placeholder 5">
            <a:extLst>
              <a:ext uri="{FF2B5EF4-FFF2-40B4-BE49-F238E27FC236}">
                <a16:creationId xmlns:a16="http://schemas.microsoft.com/office/drawing/2014/main" id="{418D0173-56FC-C02C-32BA-73DB1BA380C4}"/>
              </a:ext>
            </a:extLst>
          </p:cNvPr>
          <p:cNvSpPr>
            <a:spLocks noGrp="1"/>
          </p:cNvSpPr>
          <p:nvPr>
            <p:ph type="dt" sz="half" idx="14"/>
          </p:nvPr>
        </p:nvSpPr>
        <p:spPr/>
        <p:txBody>
          <a:bodyPr/>
          <a:lstStyle/>
          <a:p>
            <a:fld id="{3AEEF7F6-ECFE-4473-B3E9-C91BE833927A}" type="datetimeFigureOut">
              <a:rPr lang="en-US" smtClean="0"/>
              <a:t>12/2/25</a:t>
            </a:fld>
            <a:endParaRPr lang="en-US"/>
          </a:p>
        </p:txBody>
      </p:sp>
      <p:sp>
        <p:nvSpPr>
          <p:cNvPr id="15" name="Slide Number Placeholder 14">
            <a:extLst>
              <a:ext uri="{FF2B5EF4-FFF2-40B4-BE49-F238E27FC236}">
                <a16:creationId xmlns:a16="http://schemas.microsoft.com/office/drawing/2014/main" id="{1B246833-56EB-2252-BAD6-8D369F554831}"/>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15897878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30936"/>
            <a:ext cx="8266176" cy="5605272"/>
          </a:xfrm>
        </p:spPr>
        <p:txBody>
          <a:bodyPr anchor="ctr">
            <a:normAutofit/>
          </a:bodyPr>
          <a:lstStyle>
            <a:lvl1pPr marL="0" indent="0">
              <a:lnSpc>
                <a:spcPct val="100000"/>
              </a:lnSpc>
              <a:buNone/>
              <a:defRPr sz="5400" b="1">
                <a:gradFill>
                  <a:gsLst>
                    <a:gs pos="0">
                      <a:schemeClr val="accent2"/>
                    </a:gs>
                    <a:gs pos="100000">
                      <a:schemeClr val="accent5"/>
                    </a:gs>
                  </a:gsLst>
                  <a:lin ang="0" scaled="0"/>
                </a:gradFill>
              </a:defRPr>
            </a:lvl1pPr>
            <a:lvl2pPr marL="228600" indent="0">
              <a:lnSpc>
                <a:spcPct val="100000"/>
              </a:lnSpc>
              <a:buNone/>
              <a:defRPr sz="4800" b="1">
                <a:gradFill>
                  <a:gsLst>
                    <a:gs pos="0">
                      <a:schemeClr val="accent2"/>
                    </a:gs>
                    <a:gs pos="100000">
                      <a:schemeClr val="accent5"/>
                    </a:gs>
                  </a:gsLst>
                  <a:lin ang="0" scaled="0"/>
                </a:gradFill>
              </a:defRPr>
            </a:lvl2pPr>
            <a:lvl3pPr marL="457200" indent="0">
              <a:lnSpc>
                <a:spcPct val="100000"/>
              </a:lnSpc>
              <a:buNone/>
              <a:defRPr sz="4400" b="1">
                <a:gradFill>
                  <a:gsLst>
                    <a:gs pos="0">
                      <a:schemeClr val="accent2"/>
                    </a:gs>
                    <a:gs pos="100000">
                      <a:schemeClr val="accent5"/>
                    </a:gs>
                  </a:gsLst>
                  <a:lin ang="0" scaled="0"/>
                </a:gradFill>
              </a:defRPr>
            </a:lvl3pPr>
            <a:lvl4pPr marL="685800" indent="0">
              <a:lnSpc>
                <a:spcPct val="100000"/>
              </a:lnSpc>
              <a:buNone/>
              <a:defRPr sz="4000" b="1">
                <a:gradFill>
                  <a:gsLst>
                    <a:gs pos="0">
                      <a:schemeClr val="accent2"/>
                    </a:gs>
                    <a:gs pos="100000">
                      <a:schemeClr val="accent5"/>
                    </a:gs>
                  </a:gsLst>
                  <a:lin ang="0" scaled="0"/>
                </a:gradFill>
              </a:defRPr>
            </a:lvl4pPr>
            <a:lvl5pPr marL="914400" indent="0">
              <a:lnSpc>
                <a:spcPct val="100000"/>
              </a:lnSpc>
              <a:buNone/>
              <a:defRPr sz="3600" b="1">
                <a:gradFill>
                  <a:gsLst>
                    <a:gs pos="0">
                      <a:schemeClr val="accent2"/>
                    </a:gs>
                    <a:gs pos="100000">
                      <a:schemeClr val="accent5"/>
                    </a:gs>
                  </a:gsLst>
                  <a:lin ang="0" scaled="0"/>
                </a:gra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p:txBody>
          <a:bodyPr/>
          <a:lstStyle/>
          <a:p>
            <a:endParaRPr lang="en-US"/>
          </a:p>
        </p:txBody>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3AEEF7F6-ECFE-4473-B3E9-C91BE833927A}" type="datetimeFigureOut">
              <a:rPr lang="en-US" smtClean="0"/>
              <a:t>12/2/25</a:t>
            </a:fld>
            <a:endParaRPr lang="en-US"/>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21009850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Statement 2">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91C0A04-3BC7-B88E-3974-2A73D0A107E7}"/>
              </a:ext>
            </a:extLst>
          </p:cNvPr>
          <p:cNvSpPr/>
          <p:nvPr/>
        </p:nvSpPr>
        <p:spPr>
          <a:xfrm>
            <a:off x="0" y="0"/>
            <a:ext cx="12188952"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B07991EE-474F-899B-8FEF-F82B3E5BDF10}"/>
              </a:ext>
            </a:extLst>
          </p:cNvPr>
          <p:cNvGrpSpPr/>
          <p:nvPr/>
        </p:nvGrpSpPr>
        <p:grpSpPr>
          <a:xfrm>
            <a:off x="-7285" y="-6922"/>
            <a:ext cx="12199285" cy="6869101"/>
            <a:chOff x="-22275" y="-6922"/>
            <a:chExt cx="12214275" cy="6869101"/>
          </a:xfrm>
        </p:grpSpPr>
        <p:sp>
          <p:nvSpPr>
            <p:cNvPr id="8" name="Rectangle 7">
              <a:extLst>
                <a:ext uri="{FF2B5EF4-FFF2-40B4-BE49-F238E27FC236}">
                  <a16:creationId xmlns:a16="http://schemas.microsoft.com/office/drawing/2014/main" id="{19D5B255-8277-F118-03CD-8BAE19E8D68B}"/>
                </a:ext>
              </a:extLst>
            </p:cNvPr>
            <p:cNvSpPr/>
            <p:nvPr/>
          </p:nvSpPr>
          <p:spPr>
            <a:xfrm rot="5400000">
              <a:off x="2655863" y="-2678137"/>
              <a:ext cx="6857999" cy="12214275"/>
            </a:xfrm>
            <a:prstGeom prst="rect">
              <a:avLst/>
            </a:prstGeom>
            <a:gradFill>
              <a:gsLst>
                <a:gs pos="0">
                  <a:schemeClr val="accent2"/>
                </a:gs>
                <a:gs pos="93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9" name="Rectangle 8">
              <a:extLst>
                <a:ext uri="{FF2B5EF4-FFF2-40B4-BE49-F238E27FC236}">
                  <a16:creationId xmlns:a16="http://schemas.microsoft.com/office/drawing/2014/main" id="{2E8FF695-246F-077D-F2C8-36B38501750D}"/>
                </a:ext>
              </a:extLst>
            </p:cNvPr>
            <p:cNvSpPr/>
            <p:nvPr/>
          </p:nvSpPr>
          <p:spPr>
            <a:xfrm rot="16200000">
              <a:off x="3197276" y="-2132545"/>
              <a:ext cx="6850175" cy="11139273"/>
            </a:xfrm>
            <a:prstGeom prst="rect">
              <a:avLst/>
            </a:prstGeom>
            <a:gradFill flip="none" rotWithShape="1">
              <a:gsLst>
                <a:gs pos="0">
                  <a:schemeClr val="accent5">
                    <a:lumMod val="75000"/>
                  </a:schemeClr>
                </a:gs>
                <a:gs pos="32000">
                  <a:schemeClr val="accent5">
                    <a:alpha val="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0" name="Rectangle 9">
              <a:extLst>
                <a:ext uri="{FF2B5EF4-FFF2-40B4-BE49-F238E27FC236}">
                  <a16:creationId xmlns:a16="http://schemas.microsoft.com/office/drawing/2014/main" id="{1DB72F2E-896E-2C27-7B7B-07C3BA02B78E}"/>
                </a:ext>
              </a:extLst>
            </p:cNvPr>
            <p:cNvSpPr/>
            <p:nvPr/>
          </p:nvSpPr>
          <p:spPr>
            <a:xfrm flipH="1">
              <a:off x="-14981" y="-6922"/>
              <a:ext cx="3836566" cy="6852919"/>
            </a:xfrm>
            <a:prstGeom prst="rect">
              <a:avLst/>
            </a:prstGeom>
            <a:gradFill>
              <a:gsLst>
                <a:gs pos="0">
                  <a:schemeClr val="accent5">
                    <a:lumMod val="75000"/>
                  </a:schemeClr>
                </a:gs>
                <a:gs pos="48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1" name="Rectangle 10">
              <a:extLst>
                <a:ext uri="{FF2B5EF4-FFF2-40B4-BE49-F238E27FC236}">
                  <a16:creationId xmlns:a16="http://schemas.microsoft.com/office/drawing/2014/main" id="{9522BC71-28C2-81D8-FB44-31BC493BBF50}"/>
                </a:ext>
                <a:ext uri="{C183D7F6-B498-43B3-948B-1728B52AA6E4}">
                  <adec:decorative xmlns:adec="http://schemas.microsoft.com/office/drawing/2017/decorative" val="1"/>
                </a:ext>
              </a:extLst>
            </p:cNvPr>
            <p:cNvSpPr/>
            <p:nvPr/>
          </p:nvSpPr>
          <p:spPr>
            <a:xfrm rot="5400000">
              <a:off x="6189691" y="-743112"/>
              <a:ext cx="5263375" cy="6741243"/>
            </a:xfrm>
            <a:prstGeom prst="rect">
              <a:avLst/>
            </a:prstGeom>
            <a:gradFill flip="none" rotWithShape="1">
              <a:gsLst>
                <a:gs pos="2000">
                  <a:schemeClr val="accent5">
                    <a:lumMod val="60000"/>
                    <a:lumOff val="40000"/>
                    <a:alpha val="68000"/>
                  </a:schemeClr>
                </a:gs>
                <a:gs pos="48000">
                  <a:schemeClr val="accent5">
                    <a:lumMod val="60000"/>
                    <a:lumOff val="40000"/>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grpSp>
      <p:grpSp>
        <p:nvGrpSpPr>
          <p:cNvPr id="16" name="Group 15">
            <a:extLst>
              <a:ext uri="{FF2B5EF4-FFF2-40B4-BE49-F238E27FC236}">
                <a16:creationId xmlns:a16="http://schemas.microsoft.com/office/drawing/2014/main" id="{83681088-8C72-D3AA-E951-F32AA4318F60}"/>
              </a:ext>
              <a:ext uri="{C183D7F6-B498-43B3-948B-1728B52AA6E4}">
                <adec:decorative xmlns:adec="http://schemas.microsoft.com/office/drawing/2017/decorative" val="1"/>
              </a:ext>
            </a:extLst>
          </p:cNvPr>
          <p:cNvGrpSpPr/>
          <p:nvPr/>
        </p:nvGrpSpPr>
        <p:grpSpPr>
          <a:xfrm rot="10800000">
            <a:off x="-8784" y="6739061"/>
            <a:ext cx="12207240" cy="137160"/>
            <a:chOff x="-5025" y="6737718"/>
            <a:chExt cx="12207200" cy="123363"/>
          </a:xfrm>
          <a:solidFill>
            <a:schemeClr val="tx1"/>
          </a:solidFill>
        </p:grpSpPr>
        <p:sp>
          <p:nvSpPr>
            <p:cNvPr id="17" name="Rectangle 16">
              <a:extLst>
                <a:ext uri="{FF2B5EF4-FFF2-40B4-BE49-F238E27FC236}">
                  <a16:creationId xmlns:a16="http://schemas.microsoft.com/office/drawing/2014/main" id="{923FCCF6-A9CE-8C06-A018-3526E4B210A6}"/>
                </a:ext>
              </a:extLst>
            </p:cNvPr>
            <p:cNvSpPr/>
            <p:nvPr/>
          </p:nvSpPr>
          <p:spPr>
            <a:xfrm rot="5400000" flipH="1">
              <a:off x="6036894" y="695800"/>
              <a:ext cx="123362" cy="1220719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641A033-DCF1-2B2E-7479-E074B140FA8C}"/>
                </a:ext>
              </a:extLst>
            </p:cNvPr>
            <p:cNvSpPr/>
            <p:nvPr/>
          </p:nvSpPr>
          <p:spPr>
            <a:xfrm rot="16200000">
              <a:off x="9176406" y="3835311"/>
              <a:ext cx="123362" cy="592817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83F83B6E-95ED-1D70-2F6E-8299525C04B0}"/>
              </a:ext>
              <a:ext uri="{C183D7F6-B498-43B3-948B-1728B52AA6E4}">
                <adec:decorative xmlns:adec="http://schemas.microsoft.com/office/drawing/2017/decorative" val="1"/>
              </a:ext>
            </a:extLst>
          </p:cNvPr>
          <p:cNvGrpSpPr/>
          <p:nvPr/>
        </p:nvGrpSpPr>
        <p:grpSpPr>
          <a:xfrm>
            <a:off x="12068636" y="0"/>
            <a:ext cx="137160" cy="6858000"/>
            <a:chOff x="12068638" y="0"/>
            <a:chExt cx="123362" cy="6858000"/>
          </a:xfrm>
          <a:solidFill>
            <a:schemeClr val="tx1"/>
          </a:solidFill>
        </p:grpSpPr>
        <p:sp>
          <p:nvSpPr>
            <p:cNvPr id="20" name="Rectangle 19">
              <a:extLst>
                <a:ext uri="{FF2B5EF4-FFF2-40B4-BE49-F238E27FC236}">
                  <a16:creationId xmlns:a16="http://schemas.microsoft.com/office/drawing/2014/main" id="{A1F59BE4-AC2E-2AB9-FE80-40CAF77CA798}"/>
                </a:ext>
              </a:extLst>
            </p:cNvPr>
            <p:cNvSpPr/>
            <p:nvPr/>
          </p:nvSpPr>
          <p:spPr>
            <a:xfrm>
              <a:off x="12068638" y="0"/>
              <a:ext cx="12336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01C2DAC-E593-02EE-C7E4-01B9BAA443C6}"/>
                </a:ext>
              </a:extLst>
            </p:cNvPr>
            <p:cNvSpPr/>
            <p:nvPr/>
          </p:nvSpPr>
          <p:spPr>
            <a:xfrm>
              <a:off x="12068638" y="3527553"/>
              <a:ext cx="123362" cy="333044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7680960" cy="5605272"/>
          </a:xfrm>
        </p:spPr>
        <p:txBody>
          <a:bodyPr anchor="t">
            <a:normAutofit/>
          </a:bodyPr>
          <a:lstStyle>
            <a:lvl1pPr marL="0" indent="0">
              <a:lnSpc>
                <a:spcPct val="100000"/>
              </a:lnSpc>
              <a:buNone/>
              <a:defRPr sz="5600" b="1">
                <a:solidFill>
                  <a:schemeClr val="tx1"/>
                </a:solidFill>
              </a:defRPr>
            </a:lvl1pPr>
            <a:lvl2pPr marL="228600" indent="0">
              <a:lnSpc>
                <a:spcPct val="100000"/>
              </a:lnSpc>
              <a:buNone/>
              <a:defRPr sz="5600" b="1">
                <a:solidFill>
                  <a:schemeClr val="tx1"/>
                </a:solidFill>
              </a:defRPr>
            </a:lvl2pPr>
            <a:lvl3pPr marL="457200" indent="0">
              <a:lnSpc>
                <a:spcPct val="100000"/>
              </a:lnSpc>
              <a:buNone/>
              <a:defRPr sz="5600" b="1">
                <a:solidFill>
                  <a:schemeClr val="tx1"/>
                </a:solidFill>
              </a:defRPr>
            </a:lvl3pPr>
            <a:lvl4pPr marL="685800" indent="0">
              <a:lnSpc>
                <a:spcPct val="100000"/>
              </a:lnSpc>
              <a:buNone/>
              <a:defRPr sz="5600" b="1">
                <a:solidFill>
                  <a:schemeClr val="tx1"/>
                </a:solidFill>
              </a:defRPr>
            </a:lvl4pPr>
            <a:lvl5pPr marL="914400" indent="0">
              <a:lnSpc>
                <a:spcPct val="100000"/>
              </a:lnSpc>
              <a:buNone/>
              <a:defRPr sz="5600" b="1">
                <a:solidFill>
                  <a:schemeClr val="tx1"/>
                </a:soli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14" name="Footer Placeholder 13">
            <a:extLst>
              <a:ext uri="{FF2B5EF4-FFF2-40B4-BE49-F238E27FC236}">
                <a16:creationId xmlns:a16="http://schemas.microsoft.com/office/drawing/2014/main" id="{132871A2-A450-61EB-7368-98B251F15495}"/>
              </a:ext>
            </a:extLst>
          </p:cNvPr>
          <p:cNvSpPr>
            <a:spLocks noGrp="1"/>
          </p:cNvSpPr>
          <p:nvPr>
            <p:ph type="ftr" sz="quarter" idx="15"/>
          </p:nvPr>
        </p:nvSpPr>
        <p:spPr/>
        <p:txBody>
          <a:bodyPr/>
          <a:lstStyle>
            <a:lvl1pPr>
              <a:defRPr>
                <a:solidFill>
                  <a:schemeClr val="tx1"/>
                </a:solidFill>
              </a:defRPr>
            </a:lvl1pPr>
          </a:lstStyle>
          <a:p>
            <a:endParaRPr lang="en-US"/>
          </a:p>
        </p:txBody>
      </p:sp>
      <p:sp>
        <p:nvSpPr>
          <p:cNvPr id="13" name="Date Placeholder 12">
            <a:extLst>
              <a:ext uri="{FF2B5EF4-FFF2-40B4-BE49-F238E27FC236}">
                <a16:creationId xmlns:a16="http://schemas.microsoft.com/office/drawing/2014/main" id="{7CA33720-A04E-18B6-251B-16C80085F295}"/>
              </a:ext>
            </a:extLst>
          </p:cNvPr>
          <p:cNvSpPr>
            <a:spLocks noGrp="1"/>
          </p:cNvSpPr>
          <p:nvPr>
            <p:ph type="dt" sz="half" idx="14"/>
          </p:nvPr>
        </p:nvSpPr>
        <p:spPr/>
        <p:txBody>
          <a:bodyPr/>
          <a:lstStyle>
            <a:lvl1pPr>
              <a:defRPr>
                <a:solidFill>
                  <a:schemeClr val="tx1"/>
                </a:solidFill>
              </a:defRPr>
            </a:lvl1pPr>
          </a:lstStyle>
          <a:p>
            <a:fld id="{3AEEF7F6-ECFE-4473-B3E9-C91BE833927A}" type="datetimeFigureOut">
              <a:rPr lang="en-US" smtClean="0"/>
              <a:t>12/2/25</a:t>
            </a:fld>
            <a:endParaRPr lang="en-US"/>
          </a:p>
        </p:txBody>
      </p:sp>
      <p:sp>
        <p:nvSpPr>
          <p:cNvPr id="15" name="Slide Number Placeholder 14">
            <a:extLst>
              <a:ext uri="{FF2B5EF4-FFF2-40B4-BE49-F238E27FC236}">
                <a16:creationId xmlns:a16="http://schemas.microsoft.com/office/drawing/2014/main" id="{AC245A2E-4B49-CED7-ADDF-6624BCC88DDE}"/>
              </a:ext>
            </a:extLst>
          </p:cNvPr>
          <p:cNvSpPr>
            <a:spLocks noGrp="1"/>
          </p:cNvSpPr>
          <p:nvPr>
            <p:ph type="sldNum" sz="quarter" idx="16"/>
          </p:nvPr>
        </p:nvSpPr>
        <p:spPr/>
        <p:txBody>
          <a:bodyPr/>
          <a:lstStyle>
            <a:lvl1pPr>
              <a:defRPr>
                <a:solidFill>
                  <a:schemeClr val="tx1"/>
                </a:solidFill>
              </a:defRPr>
            </a:lvl1pPr>
          </a:lstStyle>
          <a:p>
            <a:fld id="{5DAD859A-2C66-45B9-9A71-3CF205EC2D4A}" type="slidenum">
              <a:rPr lang="en-US" smtClean="0"/>
              <a:t>‹#›</a:t>
            </a:fld>
            <a:endParaRPr lang="en-US"/>
          </a:p>
        </p:txBody>
      </p:sp>
    </p:spTree>
    <p:extLst>
      <p:ext uri="{BB962C8B-B14F-4D97-AF65-F5344CB8AC3E}">
        <p14:creationId xmlns:p14="http://schemas.microsoft.com/office/powerpoint/2010/main" val="621145701"/>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tatement 3">
    <p:bg>
      <p:bgRef idx="1001">
        <a:schemeClr val="bg1"/>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6323AF82-B640-17D0-AC4B-55F4EDF5C4D1}"/>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4" name="Rectangle 3">
              <a:extLst>
                <a:ext uri="{FF2B5EF4-FFF2-40B4-BE49-F238E27FC236}">
                  <a16:creationId xmlns:a16="http://schemas.microsoft.com/office/drawing/2014/main" id="{2DA5C8EA-7A6C-8AC0-78D1-F538329B41B8}"/>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FF2FAD3C-DB75-D855-489D-B09F992EA0E9}"/>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 name="Group 21">
            <a:extLst>
              <a:ext uri="{FF2B5EF4-FFF2-40B4-BE49-F238E27FC236}">
                <a16:creationId xmlns:a16="http://schemas.microsoft.com/office/drawing/2014/main" id="{FB287CE5-00A5-FA1D-EB2D-E5CFD27420D3}"/>
              </a:ext>
              <a:ext uri="{C183D7F6-B498-43B3-948B-1728B52AA6E4}">
                <adec:decorative xmlns:adec="http://schemas.microsoft.com/office/drawing/2017/decorative" val="1"/>
              </a:ext>
            </a:extLst>
          </p:cNvPr>
          <p:cNvGrpSpPr/>
          <p:nvPr/>
        </p:nvGrpSpPr>
        <p:grpSpPr>
          <a:xfrm rot="10800000">
            <a:off x="12357" y="6746828"/>
            <a:ext cx="12188952" cy="123363"/>
            <a:chOff x="-5025" y="6737718"/>
            <a:chExt cx="12207200" cy="123363"/>
          </a:xfrm>
        </p:grpSpPr>
        <p:sp>
          <p:nvSpPr>
            <p:cNvPr id="23" name="Rectangle 22">
              <a:extLst>
                <a:ext uri="{FF2B5EF4-FFF2-40B4-BE49-F238E27FC236}">
                  <a16:creationId xmlns:a16="http://schemas.microsoft.com/office/drawing/2014/main" id="{12C43EBD-E088-A3CD-FCDE-E6ED8F87D148}"/>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D88F00F-9D01-378E-377E-26B543D2FA77}"/>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882175" y="751366"/>
            <a:ext cx="8353433" cy="5402545"/>
          </a:xfrm>
        </p:spPr>
        <p:txBody>
          <a:bodyPr anchor="ctr">
            <a:normAutofit/>
          </a:bodyPr>
          <a:lstStyle>
            <a:lvl1pPr marL="0" indent="0">
              <a:lnSpc>
                <a:spcPct val="100000"/>
              </a:lnSpc>
              <a:buNone/>
              <a:defRPr sz="4800" b="1">
                <a:gradFill>
                  <a:gsLst>
                    <a:gs pos="0">
                      <a:schemeClr val="accent5"/>
                    </a:gs>
                    <a:gs pos="90000">
                      <a:schemeClr val="accent2"/>
                    </a:gs>
                  </a:gsLst>
                  <a:lin ang="9600000" scaled="0"/>
                </a:gradFill>
              </a:defRPr>
            </a:lvl1pPr>
            <a:lvl2pPr marL="228600" indent="0">
              <a:lnSpc>
                <a:spcPct val="100000"/>
              </a:lnSpc>
              <a:buNone/>
              <a:defRPr sz="4800" b="1">
                <a:gradFill>
                  <a:gsLst>
                    <a:gs pos="0">
                      <a:schemeClr val="accent5"/>
                    </a:gs>
                    <a:gs pos="90000">
                      <a:schemeClr val="accent2"/>
                    </a:gs>
                  </a:gsLst>
                  <a:lin ang="9600000" scaled="0"/>
                </a:gradFill>
              </a:defRPr>
            </a:lvl2pPr>
            <a:lvl3pPr marL="457200" indent="0">
              <a:lnSpc>
                <a:spcPct val="100000"/>
              </a:lnSpc>
              <a:buNone/>
              <a:defRPr sz="4800" b="1">
                <a:gradFill>
                  <a:gsLst>
                    <a:gs pos="0">
                      <a:schemeClr val="accent5"/>
                    </a:gs>
                    <a:gs pos="90000">
                      <a:schemeClr val="accent2"/>
                    </a:gs>
                  </a:gsLst>
                  <a:lin ang="9600000" scaled="0"/>
                </a:gradFill>
              </a:defRPr>
            </a:lvl3pPr>
            <a:lvl4pPr marL="685800" indent="0">
              <a:lnSpc>
                <a:spcPct val="100000"/>
              </a:lnSpc>
              <a:buNone/>
              <a:defRPr sz="4800" b="1">
                <a:gradFill>
                  <a:gsLst>
                    <a:gs pos="0">
                      <a:schemeClr val="accent5"/>
                    </a:gs>
                    <a:gs pos="90000">
                      <a:schemeClr val="accent2"/>
                    </a:gs>
                  </a:gsLst>
                  <a:lin ang="9600000" scaled="0"/>
                </a:gradFill>
              </a:defRPr>
            </a:lvl4pPr>
            <a:lvl5pPr marL="914400" indent="0">
              <a:lnSpc>
                <a:spcPct val="100000"/>
              </a:lnSpc>
              <a:buNone/>
              <a:defRPr sz="4800" b="1">
                <a:gradFill>
                  <a:gsLst>
                    <a:gs pos="0">
                      <a:schemeClr val="accent5"/>
                    </a:gs>
                    <a:gs pos="90000">
                      <a:schemeClr val="accent2"/>
                    </a:gs>
                  </a:gsLst>
                  <a:lin ang="9600000" scaled="0"/>
                </a:gra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14" name="Footer Placeholder 13">
            <a:extLst>
              <a:ext uri="{FF2B5EF4-FFF2-40B4-BE49-F238E27FC236}">
                <a16:creationId xmlns:a16="http://schemas.microsoft.com/office/drawing/2014/main" id="{132871A2-A450-61EB-7368-98B251F15495}"/>
              </a:ext>
            </a:extLst>
          </p:cNvPr>
          <p:cNvSpPr>
            <a:spLocks noGrp="1"/>
          </p:cNvSpPr>
          <p:nvPr>
            <p:ph type="ftr" sz="quarter" idx="15"/>
          </p:nvPr>
        </p:nvSpPr>
        <p:spPr/>
        <p:txBody>
          <a:bodyPr/>
          <a:lstStyle/>
          <a:p>
            <a:endParaRPr lang="en-US"/>
          </a:p>
        </p:txBody>
      </p:sp>
      <p:sp>
        <p:nvSpPr>
          <p:cNvPr id="13" name="Date Placeholder 12">
            <a:extLst>
              <a:ext uri="{FF2B5EF4-FFF2-40B4-BE49-F238E27FC236}">
                <a16:creationId xmlns:a16="http://schemas.microsoft.com/office/drawing/2014/main" id="{7CA33720-A04E-18B6-251B-16C80085F295}"/>
              </a:ext>
            </a:extLst>
          </p:cNvPr>
          <p:cNvSpPr>
            <a:spLocks noGrp="1"/>
          </p:cNvSpPr>
          <p:nvPr>
            <p:ph type="dt" sz="half" idx="14"/>
          </p:nvPr>
        </p:nvSpPr>
        <p:spPr/>
        <p:txBody>
          <a:bodyPr/>
          <a:lstStyle/>
          <a:p>
            <a:fld id="{3AEEF7F6-ECFE-4473-B3E9-C91BE833927A}" type="datetimeFigureOut">
              <a:rPr lang="en-US" smtClean="0"/>
              <a:t>12/2/25</a:t>
            </a:fld>
            <a:endParaRPr lang="en-US"/>
          </a:p>
        </p:txBody>
      </p:sp>
      <p:sp>
        <p:nvSpPr>
          <p:cNvPr id="15" name="Slide Number Placeholder 14">
            <a:extLst>
              <a:ext uri="{FF2B5EF4-FFF2-40B4-BE49-F238E27FC236}">
                <a16:creationId xmlns:a16="http://schemas.microsoft.com/office/drawing/2014/main" id="{AC245A2E-4B49-CED7-ADDF-6624BCC88DDE}"/>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152039542"/>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F72D5-B6AC-3F01-D0B7-E4B24906CCFA}"/>
              </a:ext>
            </a:extLst>
          </p:cNvPr>
          <p:cNvSpPr>
            <a:spLocks noGrp="1"/>
          </p:cNvSpPr>
          <p:nvPr>
            <p:ph type="title" hasCustomPrompt="1"/>
          </p:nvPr>
        </p:nvSpPr>
        <p:spPr>
          <a:xfrm>
            <a:off x="1645920" y="5203004"/>
            <a:ext cx="9052560" cy="557784"/>
          </a:xfrm>
        </p:spPr>
        <p:txBody>
          <a:bodyPr anchor="ctr">
            <a:normAutofit/>
          </a:bodyPr>
          <a:lstStyle>
            <a:lvl1pPr>
              <a:lnSpc>
                <a:spcPct val="120000"/>
              </a:lnSpc>
              <a:defRPr sz="2400" b="1">
                <a:gradFill>
                  <a:gsLst>
                    <a:gs pos="0">
                      <a:schemeClr val="accent5"/>
                    </a:gs>
                    <a:gs pos="90000">
                      <a:schemeClr val="accent2"/>
                    </a:gs>
                  </a:gsLst>
                  <a:lin ang="9600000" scaled="0"/>
                </a:gradFill>
              </a:defRPr>
            </a:lvl1pPr>
          </a:lstStyle>
          <a:p>
            <a:r>
              <a:rPr lang="en-US"/>
              <a:t>Quote Author</a:t>
            </a:r>
          </a:p>
        </p:txBody>
      </p:sp>
      <p:sp>
        <p:nvSpPr>
          <p:cNvPr id="7" name="Content Placeholder 6">
            <a:extLst>
              <a:ext uri="{FF2B5EF4-FFF2-40B4-BE49-F238E27FC236}">
                <a16:creationId xmlns:a16="http://schemas.microsoft.com/office/drawing/2014/main" id="{20A93000-1238-849C-EADD-03910EE27D69}"/>
              </a:ext>
            </a:extLst>
          </p:cNvPr>
          <p:cNvSpPr>
            <a:spLocks noGrp="1"/>
          </p:cNvSpPr>
          <p:nvPr>
            <p:ph sz="quarter" idx="13" hasCustomPrompt="1"/>
          </p:nvPr>
        </p:nvSpPr>
        <p:spPr>
          <a:xfrm>
            <a:off x="1499616" y="1795462"/>
            <a:ext cx="9198864" cy="2871216"/>
          </a:xfrm>
        </p:spPr>
        <p:txBody>
          <a:bodyPr anchor="ctr">
            <a:normAutofit/>
          </a:bodyPr>
          <a:lstStyle>
            <a:lvl1pPr marL="137160" indent="-137160">
              <a:lnSpc>
                <a:spcPct val="100000"/>
              </a:lnSpc>
              <a:buNone/>
              <a:defRPr sz="4400"/>
            </a:lvl1pPr>
          </a:lstStyle>
          <a:p>
            <a:pPr lvl="0"/>
            <a:r>
              <a:rPr lang="en-US"/>
              <a:t>Click to edit Quote</a:t>
            </a:r>
          </a:p>
        </p:txBody>
      </p:sp>
      <p:sp>
        <p:nvSpPr>
          <p:cNvPr id="3" name="Footer Placeholder 2">
            <a:extLst>
              <a:ext uri="{FF2B5EF4-FFF2-40B4-BE49-F238E27FC236}">
                <a16:creationId xmlns:a16="http://schemas.microsoft.com/office/drawing/2014/main" id="{B26C0B63-D720-7E4B-EF47-C094EDA300AC}"/>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B3091BBB-CF16-BAC6-4881-2B122B945B8A}"/>
              </a:ext>
            </a:extLst>
          </p:cNvPr>
          <p:cNvSpPr>
            <a:spLocks noGrp="1"/>
          </p:cNvSpPr>
          <p:nvPr>
            <p:ph type="dt" sz="half" idx="11"/>
          </p:nvPr>
        </p:nvSpPr>
        <p:spPr/>
        <p:txBody>
          <a:bodyPr/>
          <a:lstStyle/>
          <a:p>
            <a:fld id="{3AEEF7F6-ECFE-4473-B3E9-C91BE833927A}" type="datetimeFigureOut">
              <a:rPr lang="en-US" smtClean="0"/>
              <a:t>12/2/25</a:t>
            </a:fld>
            <a:endParaRPr lang="en-US"/>
          </a:p>
        </p:txBody>
      </p:sp>
      <p:sp>
        <p:nvSpPr>
          <p:cNvPr id="5" name="Slide Number Placeholder 4">
            <a:extLst>
              <a:ext uri="{FF2B5EF4-FFF2-40B4-BE49-F238E27FC236}">
                <a16:creationId xmlns:a16="http://schemas.microsoft.com/office/drawing/2014/main" id="{318C42D5-A475-3C08-9471-C59B3A49C848}"/>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52878694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uote 2">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D93FB6C-5982-EAFA-94FA-F06EABA0EC3A}"/>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948F732B-25DE-1819-DB0A-266B26703011}"/>
              </a:ext>
            </a:extLst>
          </p:cNvPr>
          <p:cNvGrpSpPr/>
          <p:nvPr/>
        </p:nvGrpSpPr>
        <p:grpSpPr>
          <a:xfrm>
            <a:off x="807326" y="778051"/>
            <a:ext cx="10577346" cy="5314435"/>
            <a:chOff x="807326" y="778051"/>
            <a:chExt cx="10577346" cy="5314435"/>
          </a:xfrm>
        </p:grpSpPr>
        <p:sp>
          <p:nvSpPr>
            <p:cNvPr id="9" name="Rectangle 8">
              <a:extLst>
                <a:ext uri="{FF2B5EF4-FFF2-40B4-BE49-F238E27FC236}">
                  <a16:creationId xmlns:a16="http://schemas.microsoft.com/office/drawing/2014/main" id="{70BBD41E-DAB9-A564-3A2B-295B7AE87C42}"/>
                </a:ext>
              </a:extLst>
            </p:cNvPr>
            <p:cNvSpPr/>
            <p:nvPr/>
          </p:nvSpPr>
          <p:spPr>
            <a:xfrm rot="5400000" flipH="1">
              <a:off x="3438786" y="-1853401"/>
              <a:ext cx="5314432" cy="10577340"/>
            </a:xfrm>
            <a:prstGeom prst="rect">
              <a:avLst/>
            </a:prstGeom>
            <a:gradFill>
              <a:gsLst>
                <a:gs pos="0">
                  <a:schemeClr val="accent2">
                    <a:alpha val="78000"/>
                  </a:schemeClr>
                </a:gs>
                <a:gs pos="93000">
                  <a:schemeClr val="accent5">
                    <a:alpha val="8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B54A4391-9FDD-C033-0A4D-647A73420405}"/>
                </a:ext>
              </a:extLst>
            </p:cNvPr>
            <p:cNvSpPr/>
            <p:nvPr/>
          </p:nvSpPr>
          <p:spPr>
            <a:xfrm rot="16200000" flipH="1">
              <a:off x="3445177" y="-1846407"/>
              <a:ext cx="5314435" cy="10563352"/>
            </a:xfrm>
            <a:prstGeom prst="rect">
              <a:avLst/>
            </a:prstGeom>
            <a:gradFill flip="none" rotWithShape="1">
              <a:gsLst>
                <a:gs pos="0">
                  <a:schemeClr val="accent5">
                    <a:alpha val="79000"/>
                  </a:schemeClr>
                </a:gs>
                <a:gs pos="32000">
                  <a:schemeClr val="accent5">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0290101F-E74A-5C0F-8CC5-E0B5E3DC0E24}"/>
                </a:ext>
              </a:extLst>
            </p:cNvPr>
            <p:cNvSpPr/>
            <p:nvPr/>
          </p:nvSpPr>
          <p:spPr>
            <a:xfrm rot="10800000">
              <a:off x="807326" y="778051"/>
              <a:ext cx="3333441" cy="5308369"/>
            </a:xfrm>
            <a:prstGeom prst="rect">
              <a:avLst/>
            </a:prstGeom>
            <a:gradFill>
              <a:gsLst>
                <a:gs pos="0">
                  <a:schemeClr val="accent5">
                    <a:lumMod val="75000"/>
                  </a:schemeClr>
                </a:gs>
                <a:gs pos="48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338E2756-2591-1046-1B67-C9DEEDDCB82E}"/>
                </a:ext>
                <a:ext uri="{C183D7F6-B498-43B3-948B-1728B52AA6E4}">
                  <adec:decorative xmlns:adec="http://schemas.microsoft.com/office/drawing/2017/decorative" val="1"/>
                </a:ext>
              </a:extLst>
            </p:cNvPr>
            <p:cNvSpPr/>
            <p:nvPr/>
          </p:nvSpPr>
          <p:spPr>
            <a:xfrm rot="5400000" flipH="1">
              <a:off x="4205050" y="-1083744"/>
              <a:ext cx="4078718" cy="10273742"/>
            </a:xfrm>
            <a:prstGeom prst="rect">
              <a:avLst/>
            </a:prstGeom>
            <a:gradFill flip="none" rotWithShape="1">
              <a:gsLst>
                <a:gs pos="2000">
                  <a:schemeClr val="accent5">
                    <a:lumMod val="60000"/>
                    <a:lumOff val="40000"/>
                    <a:alpha val="68000"/>
                  </a:schemeClr>
                </a:gs>
                <a:gs pos="26000">
                  <a:schemeClr val="accent5">
                    <a:lumMod val="60000"/>
                    <a:lumOff val="40000"/>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2" name="Title 1">
            <a:extLst>
              <a:ext uri="{FF2B5EF4-FFF2-40B4-BE49-F238E27FC236}">
                <a16:creationId xmlns:a16="http://schemas.microsoft.com/office/drawing/2014/main" id="{0DDF72D5-B6AC-3F01-D0B7-E4B24906CCFA}"/>
              </a:ext>
            </a:extLst>
          </p:cNvPr>
          <p:cNvSpPr>
            <a:spLocks noGrp="1"/>
          </p:cNvSpPr>
          <p:nvPr>
            <p:ph type="title" hasCustomPrompt="1"/>
          </p:nvPr>
        </p:nvSpPr>
        <p:spPr>
          <a:xfrm>
            <a:off x="1801368" y="5120640"/>
            <a:ext cx="8549640" cy="621792"/>
          </a:xfrm>
        </p:spPr>
        <p:txBody>
          <a:bodyPr anchor="ctr">
            <a:normAutofit/>
          </a:bodyPr>
          <a:lstStyle>
            <a:lvl1pPr>
              <a:lnSpc>
                <a:spcPct val="120000"/>
              </a:lnSpc>
              <a:defRPr sz="1800" b="1">
                <a:solidFill>
                  <a:schemeClr val="tx1"/>
                </a:solidFill>
              </a:defRPr>
            </a:lvl1pPr>
          </a:lstStyle>
          <a:p>
            <a:r>
              <a:rPr lang="en-US"/>
              <a:t>Quote Author</a:t>
            </a:r>
          </a:p>
        </p:txBody>
      </p:sp>
      <p:sp>
        <p:nvSpPr>
          <p:cNvPr id="7" name="Content Placeholder 6">
            <a:extLst>
              <a:ext uri="{FF2B5EF4-FFF2-40B4-BE49-F238E27FC236}">
                <a16:creationId xmlns:a16="http://schemas.microsoft.com/office/drawing/2014/main" id="{20A93000-1238-849C-EADD-03910EE27D69}"/>
              </a:ext>
            </a:extLst>
          </p:cNvPr>
          <p:cNvSpPr>
            <a:spLocks noGrp="1"/>
          </p:cNvSpPr>
          <p:nvPr>
            <p:ph sz="quarter" idx="13" hasCustomPrompt="1"/>
          </p:nvPr>
        </p:nvSpPr>
        <p:spPr>
          <a:xfrm>
            <a:off x="1655064" y="1965960"/>
            <a:ext cx="8695944" cy="2331720"/>
          </a:xfrm>
        </p:spPr>
        <p:txBody>
          <a:bodyPr anchor="ctr">
            <a:normAutofit/>
          </a:bodyPr>
          <a:lstStyle>
            <a:lvl1pPr marL="137160" indent="-137160">
              <a:lnSpc>
                <a:spcPct val="100000"/>
              </a:lnSpc>
              <a:buNone/>
              <a:defRPr sz="3800">
                <a:solidFill>
                  <a:schemeClr val="tx1"/>
                </a:solidFill>
                <a:latin typeface="+mn-lt"/>
              </a:defRPr>
            </a:lvl1pPr>
          </a:lstStyle>
          <a:p>
            <a:pPr lvl="0"/>
            <a:r>
              <a:rPr lang="en-US"/>
              <a:t>Click to edit Quote</a:t>
            </a:r>
          </a:p>
        </p:txBody>
      </p:sp>
      <p:sp>
        <p:nvSpPr>
          <p:cNvPr id="3" name="Footer Placeholder 2">
            <a:extLst>
              <a:ext uri="{FF2B5EF4-FFF2-40B4-BE49-F238E27FC236}">
                <a16:creationId xmlns:a16="http://schemas.microsoft.com/office/drawing/2014/main" id="{B26C0B63-D720-7E4B-EF47-C094EDA300A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Date Placeholder 3">
            <a:extLst>
              <a:ext uri="{FF2B5EF4-FFF2-40B4-BE49-F238E27FC236}">
                <a16:creationId xmlns:a16="http://schemas.microsoft.com/office/drawing/2014/main" id="{B3091BBB-CF16-BAC6-4881-2B122B945B8A}"/>
              </a:ext>
            </a:extLst>
          </p:cNvPr>
          <p:cNvSpPr>
            <a:spLocks noGrp="1"/>
          </p:cNvSpPr>
          <p:nvPr>
            <p:ph type="dt" sz="half" idx="11"/>
          </p:nvPr>
        </p:nvSpPr>
        <p:spPr/>
        <p:txBody>
          <a:bodyPr/>
          <a:lstStyle>
            <a:lvl1pPr>
              <a:defRPr>
                <a:solidFill>
                  <a:schemeClr val="bg1"/>
                </a:solidFill>
              </a:defRPr>
            </a:lvl1pPr>
          </a:lstStyle>
          <a:p>
            <a:fld id="{3AEEF7F6-ECFE-4473-B3E9-C91BE833927A}" type="datetimeFigureOut">
              <a:rPr lang="en-US" smtClean="0"/>
              <a:t>12/2/25</a:t>
            </a:fld>
            <a:endParaRPr lang="en-US"/>
          </a:p>
        </p:txBody>
      </p:sp>
      <p:sp>
        <p:nvSpPr>
          <p:cNvPr id="5" name="Slide Number Placeholder 4">
            <a:extLst>
              <a:ext uri="{FF2B5EF4-FFF2-40B4-BE49-F238E27FC236}">
                <a16:creationId xmlns:a16="http://schemas.microsoft.com/office/drawing/2014/main" id="{318C42D5-A475-3C08-9471-C59B3A49C848}"/>
              </a:ext>
            </a:extLst>
          </p:cNvPr>
          <p:cNvSpPr>
            <a:spLocks noGrp="1"/>
          </p:cNvSpPr>
          <p:nvPr>
            <p:ph type="sldNum" sz="quarter" idx="12"/>
          </p:nvPr>
        </p:nvSpPr>
        <p:spPr/>
        <p:txBody>
          <a:bodyPr/>
          <a:lstStyle>
            <a:lvl1pPr>
              <a:defRPr>
                <a:solidFill>
                  <a:schemeClr val="bg1"/>
                </a:solidFill>
              </a:defRPr>
            </a:lvl1pPr>
          </a:lstStyle>
          <a:p>
            <a:fld id="{5DAD859A-2C66-45B9-9A71-3CF205EC2D4A}" type="slidenum">
              <a:rPr lang="en-US" smtClean="0"/>
              <a:t>‹#›</a:t>
            </a:fld>
            <a:endParaRPr lang="en-US"/>
          </a:p>
        </p:txBody>
      </p:sp>
    </p:spTree>
    <p:extLst>
      <p:ext uri="{BB962C8B-B14F-4D97-AF65-F5344CB8AC3E}">
        <p14:creationId xmlns:p14="http://schemas.microsoft.com/office/powerpoint/2010/main" val="4021491193"/>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93D49479-B594-DDBA-C16A-3A98635C8A4A}"/>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4" name="Rectangle 13">
              <a:extLst>
                <a:ext uri="{FF2B5EF4-FFF2-40B4-BE49-F238E27FC236}">
                  <a16:creationId xmlns:a16="http://schemas.microsoft.com/office/drawing/2014/main" id="{0E065CA7-C91C-8C4F-CD30-E6DB950A620B}"/>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DCDB482-1274-EA4E-11EA-FDB308F1540E}"/>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8FAEF3D1-EB50-234E-F0C0-5C4E6FB69937}"/>
              </a:ext>
              <a:ext uri="{C183D7F6-B498-43B3-948B-1728B52AA6E4}">
                <adec:decorative xmlns:adec="http://schemas.microsoft.com/office/drawing/2017/decorative" val="1"/>
              </a:ext>
            </a:extLst>
          </p:cNvPr>
          <p:cNvGrpSpPr/>
          <p:nvPr/>
        </p:nvGrpSpPr>
        <p:grpSpPr>
          <a:xfrm rot="10800000">
            <a:off x="-1091" y="0"/>
            <a:ext cx="12188952" cy="123363"/>
            <a:chOff x="-5025" y="6737718"/>
            <a:chExt cx="12207200" cy="123363"/>
          </a:xfrm>
        </p:grpSpPr>
        <p:sp>
          <p:nvSpPr>
            <p:cNvPr id="17" name="Rectangle 16">
              <a:extLst>
                <a:ext uri="{FF2B5EF4-FFF2-40B4-BE49-F238E27FC236}">
                  <a16:creationId xmlns:a16="http://schemas.microsoft.com/office/drawing/2014/main" id="{5B35CE4F-16F9-575C-78CA-4F076F0C3D1F}"/>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D59711A-5559-82B6-B156-35D79618FF56}"/>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0DDF72D5-B6AC-3F01-D0B7-E4B24906CCFA}"/>
              </a:ext>
            </a:extLst>
          </p:cNvPr>
          <p:cNvSpPr>
            <a:spLocks noGrp="1"/>
          </p:cNvSpPr>
          <p:nvPr>
            <p:ph type="title" hasCustomPrompt="1"/>
          </p:nvPr>
        </p:nvSpPr>
        <p:spPr>
          <a:xfrm>
            <a:off x="1379836" y="5192776"/>
            <a:ext cx="8494776" cy="621792"/>
          </a:xfrm>
        </p:spPr>
        <p:txBody>
          <a:bodyPr anchor="ctr">
            <a:normAutofit/>
          </a:bodyPr>
          <a:lstStyle>
            <a:lvl1pPr>
              <a:lnSpc>
                <a:spcPct val="120000"/>
              </a:lnSpc>
              <a:defRPr sz="1800" b="1">
                <a:gradFill>
                  <a:gsLst>
                    <a:gs pos="0">
                      <a:schemeClr val="accent2"/>
                    </a:gs>
                    <a:gs pos="90000">
                      <a:schemeClr val="accent5"/>
                    </a:gs>
                  </a:gsLst>
                  <a:lin ang="9600000" scaled="0"/>
                </a:gradFill>
              </a:defRPr>
            </a:lvl1pPr>
          </a:lstStyle>
          <a:p>
            <a:r>
              <a:rPr lang="en-US"/>
              <a:t>Quote Author</a:t>
            </a:r>
          </a:p>
        </p:txBody>
      </p:sp>
      <p:sp>
        <p:nvSpPr>
          <p:cNvPr id="7" name="Content Placeholder 6">
            <a:extLst>
              <a:ext uri="{FF2B5EF4-FFF2-40B4-BE49-F238E27FC236}">
                <a16:creationId xmlns:a16="http://schemas.microsoft.com/office/drawing/2014/main" id="{20A93000-1238-849C-EADD-03910EE27D69}"/>
              </a:ext>
            </a:extLst>
          </p:cNvPr>
          <p:cNvSpPr>
            <a:spLocks noGrp="1"/>
          </p:cNvSpPr>
          <p:nvPr>
            <p:ph sz="quarter" idx="13" hasCustomPrompt="1"/>
          </p:nvPr>
        </p:nvSpPr>
        <p:spPr>
          <a:xfrm>
            <a:off x="1233532" y="1792224"/>
            <a:ext cx="8641080" cy="2871216"/>
          </a:xfrm>
        </p:spPr>
        <p:txBody>
          <a:bodyPr anchor="ctr">
            <a:normAutofit/>
          </a:bodyPr>
          <a:lstStyle>
            <a:lvl1pPr marL="137160" indent="-137160">
              <a:lnSpc>
                <a:spcPct val="100000"/>
              </a:lnSpc>
              <a:buNone/>
              <a:defRPr sz="3600">
                <a:gradFill>
                  <a:gsLst>
                    <a:gs pos="0">
                      <a:schemeClr val="accent2"/>
                    </a:gs>
                    <a:gs pos="90000">
                      <a:schemeClr val="accent5"/>
                    </a:gs>
                  </a:gsLst>
                  <a:lin ang="9600000" scaled="0"/>
                </a:gradFill>
              </a:defRPr>
            </a:lvl1pPr>
          </a:lstStyle>
          <a:p>
            <a:pPr lvl="0"/>
            <a:r>
              <a:rPr lang="en-US"/>
              <a:t>Click to edit Quote</a:t>
            </a:r>
          </a:p>
        </p:txBody>
      </p:sp>
      <p:sp>
        <p:nvSpPr>
          <p:cNvPr id="3" name="Footer Placeholder 2">
            <a:extLst>
              <a:ext uri="{FF2B5EF4-FFF2-40B4-BE49-F238E27FC236}">
                <a16:creationId xmlns:a16="http://schemas.microsoft.com/office/drawing/2014/main" id="{B26C0B63-D720-7E4B-EF47-C094EDA300AC}"/>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B3091BBB-CF16-BAC6-4881-2B122B945B8A}"/>
              </a:ext>
            </a:extLst>
          </p:cNvPr>
          <p:cNvSpPr>
            <a:spLocks noGrp="1"/>
          </p:cNvSpPr>
          <p:nvPr>
            <p:ph type="dt" sz="half" idx="11"/>
          </p:nvPr>
        </p:nvSpPr>
        <p:spPr/>
        <p:txBody>
          <a:bodyPr/>
          <a:lstStyle/>
          <a:p>
            <a:fld id="{3AEEF7F6-ECFE-4473-B3E9-C91BE833927A}" type="datetimeFigureOut">
              <a:rPr lang="en-US" smtClean="0"/>
              <a:t>12/2/25</a:t>
            </a:fld>
            <a:endParaRPr lang="en-US"/>
          </a:p>
        </p:txBody>
      </p:sp>
      <p:sp>
        <p:nvSpPr>
          <p:cNvPr id="5" name="Slide Number Placeholder 4">
            <a:extLst>
              <a:ext uri="{FF2B5EF4-FFF2-40B4-BE49-F238E27FC236}">
                <a16:creationId xmlns:a16="http://schemas.microsoft.com/office/drawing/2014/main" id="{318C42D5-A475-3C08-9471-C59B3A49C848}"/>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89209120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0B646A9-91B4-D2CF-8B72-68E668219C00}"/>
              </a:ext>
            </a:extLst>
          </p:cNvPr>
          <p:cNvSpPr/>
          <p:nvPr/>
        </p:nvSpPr>
        <p:spPr>
          <a:xfrm rot="5400000" flipH="1">
            <a:off x="5175902" y="-5175894"/>
            <a:ext cx="1855397" cy="12207199"/>
          </a:xfrm>
          <a:prstGeom prst="rect">
            <a:avLst/>
          </a:prstGeom>
          <a:gradFill>
            <a:gsLst>
              <a:gs pos="0">
                <a:schemeClr val="accent5"/>
              </a:gs>
              <a:gs pos="90000">
                <a:schemeClr val="accent2"/>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10954512" cy="1197864"/>
          </a:xfrm>
        </p:spPr>
        <p:txBody>
          <a:bodyPr/>
          <a:lstStyle>
            <a:lvl1pPr>
              <a:defRPr>
                <a:solidFill>
                  <a:schemeClr val="bg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D004E38F-46D8-838A-C636-0958E5B36CB4}"/>
              </a:ext>
            </a:extLst>
          </p:cNvPr>
          <p:cNvSpPr>
            <a:spLocks noGrp="1"/>
          </p:cNvSpPr>
          <p:nvPr>
            <p:ph sz="quarter" idx="18"/>
          </p:nvPr>
        </p:nvSpPr>
        <p:spPr>
          <a:xfrm>
            <a:off x="612775" y="2313433"/>
            <a:ext cx="5165725" cy="4000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E8F84C8F-5A53-198D-2CB3-A78F006C4D20}"/>
              </a:ext>
            </a:extLst>
          </p:cNvPr>
          <p:cNvSpPr>
            <a:spLocks noGrp="1"/>
          </p:cNvSpPr>
          <p:nvPr>
            <p:ph sz="quarter" idx="19"/>
          </p:nvPr>
        </p:nvSpPr>
        <p:spPr>
          <a:xfrm>
            <a:off x="6400800" y="2313430"/>
            <a:ext cx="5165725" cy="40000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92A082C-5D4A-4A20-87E3-9906B5F3BAF4}"/>
              </a:ext>
            </a:extLst>
          </p:cNvPr>
          <p:cNvSpPr>
            <a:spLocks noGrp="1"/>
          </p:cNvSpPr>
          <p:nvPr>
            <p:ph type="ftr" sz="quarter" idx="16"/>
          </p:nvPr>
        </p:nvSpPr>
        <p:spPr/>
        <p:txBody>
          <a:bodyPr/>
          <a:lstStyle/>
          <a:p>
            <a:endParaRPr lang="en-US"/>
          </a:p>
        </p:txBody>
      </p:sp>
      <p:sp>
        <p:nvSpPr>
          <p:cNvPr id="3" name="Date Placeholder 2">
            <a:extLst>
              <a:ext uri="{FF2B5EF4-FFF2-40B4-BE49-F238E27FC236}">
                <a16:creationId xmlns:a16="http://schemas.microsoft.com/office/drawing/2014/main" id="{EC2184DE-1D38-B3AE-D560-557B3726B547}"/>
              </a:ext>
            </a:extLst>
          </p:cNvPr>
          <p:cNvSpPr>
            <a:spLocks noGrp="1"/>
          </p:cNvSpPr>
          <p:nvPr>
            <p:ph type="dt" sz="half" idx="15"/>
          </p:nvPr>
        </p:nvSpPr>
        <p:spPr/>
        <p:txBody>
          <a:bodyPr/>
          <a:lstStyle/>
          <a:p>
            <a:fld id="{3AEEF7F6-ECFE-4473-B3E9-C91BE833927A}" type="datetimeFigureOut">
              <a:rPr lang="en-US" smtClean="0"/>
              <a:t>12/2/25</a:t>
            </a:fld>
            <a:endParaRPr lang="en-US"/>
          </a:p>
        </p:txBody>
      </p:sp>
      <p:sp>
        <p:nvSpPr>
          <p:cNvPr id="8" name="Slide Number Placeholder 7">
            <a:extLst>
              <a:ext uri="{FF2B5EF4-FFF2-40B4-BE49-F238E27FC236}">
                <a16:creationId xmlns:a16="http://schemas.microsoft.com/office/drawing/2014/main" id="{AD66BE47-AC20-1061-07AD-89A41D02F482}"/>
              </a:ext>
            </a:extLst>
          </p:cNvPr>
          <p:cNvSpPr>
            <a:spLocks noGrp="1"/>
          </p:cNvSpPr>
          <p:nvPr>
            <p:ph type="sldNum" sz="quarter" idx="17"/>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98131854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C704A21-3725-4536-B210-EAED58DE1544}"/>
              </a:ext>
            </a:extLst>
          </p:cNvPr>
          <p:cNvSpPr/>
          <p:nvPr/>
        </p:nvSpPr>
        <p:spPr>
          <a:xfrm rot="5400000" flipH="1">
            <a:off x="5175902" y="-5175894"/>
            <a:ext cx="1855397" cy="12207199"/>
          </a:xfrm>
          <a:prstGeom prst="rect">
            <a:avLst/>
          </a:prstGeom>
          <a:gradFill>
            <a:gsLst>
              <a:gs pos="0">
                <a:schemeClr val="accent5"/>
              </a:gs>
              <a:gs pos="90000">
                <a:schemeClr val="accent2"/>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12648" y="502920"/>
            <a:ext cx="10953750" cy="1197864"/>
          </a:xfrm>
        </p:spPr>
        <p:txBody>
          <a:bodyPr/>
          <a:lstStyle>
            <a:lvl1pPr>
              <a:defRPr>
                <a:solidFill>
                  <a:schemeClr val="bg1"/>
                </a:solidFill>
              </a:defRPr>
            </a:lvl1p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12648" y="2198999"/>
            <a:ext cx="5166360" cy="484632"/>
          </a:xfrm>
        </p:spPr>
        <p:txBody>
          <a:bodyPr anchor="b">
            <a:normAutofit/>
          </a:bodyPr>
          <a:lstStyle>
            <a:lvl1pPr marL="0" indent="0">
              <a:lnSpc>
                <a:spcPct val="90000"/>
              </a:lnSpc>
              <a:buNone/>
              <a:defRPr sz="2400" b="0"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Content Placeholder 8">
            <a:extLst>
              <a:ext uri="{FF2B5EF4-FFF2-40B4-BE49-F238E27FC236}">
                <a16:creationId xmlns:a16="http://schemas.microsoft.com/office/drawing/2014/main" id="{1D708347-B003-2458-75EC-D8317FBF028C}"/>
              </a:ext>
            </a:extLst>
          </p:cNvPr>
          <p:cNvSpPr>
            <a:spLocks noGrp="1"/>
          </p:cNvSpPr>
          <p:nvPr>
            <p:ph sz="quarter" idx="18"/>
          </p:nvPr>
        </p:nvSpPr>
        <p:spPr>
          <a:xfrm>
            <a:off x="612775" y="2794000"/>
            <a:ext cx="5165725" cy="3524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400800" y="2198999"/>
            <a:ext cx="5166360" cy="484633"/>
          </a:xfrm>
        </p:spPr>
        <p:txBody>
          <a:bodyPr anchor="b">
            <a:normAutofit/>
          </a:bodyPr>
          <a:lstStyle>
            <a:lvl1pPr marL="0" indent="0">
              <a:lnSpc>
                <a:spcPct val="90000"/>
              </a:lnSpc>
              <a:buNone/>
              <a:defRPr sz="2400" b="0"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Content Placeholder 13">
            <a:extLst>
              <a:ext uri="{FF2B5EF4-FFF2-40B4-BE49-F238E27FC236}">
                <a16:creationId xmlns:a16="http://schemas.microsoft.com/office/drawing/2014/main" id="{6F3E993C-0A55-1F54-C280-76AF30E5377A}"/>
              </a:ext>
            </a:extLst>
          </p:cNvPr>
          <p:cNvSpPr>
            <a:spLocks noGrp="1"/>
          </p:cNvSpPr>
          <p:nvPr>
            <p:ph sz="quarter" idx="19"/>
          </p:nvPr>
        </p:nvSpPr>
        <p:spPr>
          <a:xfrm>
            <a:off x="6400800" y="2794000"/>
            <a:ext cx="5166360" cy="3524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80669AB3-1083-59C6-B9F8-A35C0D406617}"/>
              </a:ext>
            </a:extLst>
          </p:cNvPr>
          <p:cNvSpPr>
            <a:spLocks noGrp="1"/>
          </p:cNvSpPr>
          <p:nvPr>
            <p:ph type="ftr" sz="quarter" idx="16"/>
          </p:nvPr>
        </p:nvSpPr>
        <p:spPr/>
        <p:txBody>
          <a:bodyPr/>
          <a:lstStyle/>
          <a:p>
            <a:endParaRPr lang="en-US"/>
          </a:p>
        </p:txBody>
      </p:sp>
      <p:sp>
        <p:nvSpPr>
          <p:cNvPr id="4" name="Date Placeholder 3">
            <a:extLst>
              <a:ext uri="{FF2B5EF4-FFF2-40B4-BE49-F238E27FC236}">
                <a16:creationId xmlns:a16="http://schemas.microsoft.com/office/drawing/2014/main" id="{88D0645D-C128-9FF0-2E8B-D2E3E34687DA}"/>
              </a:ext>
            </a:extLst>
          </p:cNvPr>
          <p:cNvSpPr>
            <a:spLocks noGrp="1"/>
          </p:cNvSpPr>
          <p:nvPr>
            <p:ph type="dt" sz="half" idx="15"/>
          </p:nvPr>
        </p:nvSpPr>
        <p:spPr/>
        <p:txBody>
          <a:bodyPr/>
          <a:lstStyle/>
          <a:p>
            <a:fld id="{3AEEF7F6-ECFE-4473-B3E9-C91BE833927A}" type="datetimeFigureOut">
              <a:rPr lang="en-US" smtClean="0"/>
              <a:t>12/2/25</a:t>
            </a:fld>
            <a:endParaRPr lang="en-US"/>
          </a:p>
        </p:txBody>
      </p:sp>
      <p:sp>
        <p:nvSpPr>
          <p:cNvPr id="10" name="Slide Number Placeholder 9">
            <a:extLst>
              <a:ext uri="{FF2B5EF4-FFF2-40B4-BE49-F238E27FC236}">
                <a16:creationId xmlns:a16="http://schemas.microsoft.com/office/drawing/2014/main" id="{CC6DDA88-C058-DDD5-F19B-8B5E7B86C681}"/>
              </a:ext>
            </a:extLst>
          </p:cNvPr>
          <p:cNvSpPr>
            <a:spLocks noGrp="1"/>
          </p:cNvSpPr>
          <p:nvPr>
            <p:ph type="sldNum" sz="quarter" idx="17"/>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32829375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nchor="t"/>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3AEEF7F6-ECFE-4473-B3E9-C91BE833927A}" type="datetimeFigureOut">
              <a:rPr lang="en-US" smtClean="0"/>
              <a:t>12/2/25</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403583314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3AEEF7F6-ECFE-4473-B3E9-C91BE833927A}" type="datetimeFigureOut">
              <a:rPr lang="en-US" smtClean="0"/>
              <a:t>12/2/25</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33317726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36BE0305-2234-39DE-EC35-B6881018EC31}"/>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2" name="Rectangle 11">
              <a:extLst>
                <a:ext uri="{FF2B5EF4-FFF2-40B4-BE49-F238E27FC236}">
                  <a16:creationId xmlns:a16="http://schemas.microsoft.com/office/drawing/2014/main" id="{BEBF17BE-BA15-771A-79F4-91B4C5C752FB}"/>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79ADE0D-3A86-F364-6B2A-F373A75E29AE}"/>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502920"/>
            <a:ext cx="3595634" cy="1808201"/>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311121"/>
            <a:ext cx="3309608"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283299" y="502920"/>
            <a:ext cx="6283861" cy="580326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3AEEF7F6-ECFE-4473-B3E9-C91BE833927A}" type="datetimeFigureOut">
              <a:rPr lang="en-US" smtClean="0"/>
              <a:t>12/2/25</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89401386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D02923E9-478C-95DE-C678-A683A36F5388}"/>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21" name="Rectangle 20">
              <a:extLst>
                <a:ext uri="{FF2B5EF4-FFF2-40B4-BE49-F238E27FC236}">
                  <a16:creationId xmlns:a16="http://schemas.microsoft.com/office/drawing/2014/main" id="{43DD8A0F-EB40-1201-2A23-685958AC5DF6}"/>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9B912E4F-3FBB-39E4-2EA2-BA0D8858A74D}"/>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502920"/>
            <a:ext cx="3713996" cy="2247200"/>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310128"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24" name="Footer Placeholder 23">
            <a:extLst>
              <a:ext uri="{FF2B5EF4-FFF2-40B4-BE49-F238E27FC236}">
                <a16:creationId xmlns:a16="http://schemas.microsoft.com/office/drawing/2014/main" id="{861F92C4-9651-789C-0B22-E6343EE25C7A}"/>
              </a:ext>
            </a:extLst>
          </p:cNvPr>
          <p:cNvSpPr>
            <a:spLocks noGrp="1"/>
          </p:cNvSpPr>
          <p:nvPr>
            <p:ph type="ftr" sz="quarter" idx="15"/>
          </p:nvPr>
        </p:nvSpPr>
        <p:spPr/>
        <p:txBody>
          <a:bodyPr/>
          <a:lstStyle/>
          <a:p>
            <a:endParaRPr lang="en-US"/>
          </a:p>
        </p:txBody>
      </p:sp>
      <p:sp>
        <p:nvSpPr>
          <p:cNvPr id="8" name="Picture Placeholder 7">
            <a:extLst>
              <a:ext uri="{FF2B5EF4-FFF2-40B4-BE49-F238E27FC236}">
                <a16:creationId xmlns:a16="http://schemas.microsoft.com/office/drawing/2014/main" id="{6CCD178F-4127-FE67-2F5D-0F1CE7884398}"/>
              </a:ext>
            </a:extLst>
          </p:cNvPr>
          <p:cNvSpPr>
            <a:spLocks noGrp="1"/>
          </p:cNvSpPr>
          <p:nvPr>
            <p:ph type="pic" sz="quarter" idx="13" hasCustomPrompt="1"/>
          </p:nvPr>
        </p:nvSpPr>
        <p:spPr>
          <a:xfrm>
            <a:off x="5153978" y="342016"/>
            <a:ext cx="6413182" cy="5976487"/>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23" name="Date Placeholder 22">
            <a:extLst>
              <a:ext uri="{FF2B5EF4-FFF2-40B4-BE49-F238E27FC236}">
                <a16:creationId xmlns:a16="http://schemas.microsoft.com/office/drawing/2014/main" id="{8ACB14E1-4D3B-B55C-4791-64F774AC361F}"/>
              </a:ext>
            </a:extLst>
          </p:cNvPr>
          <p:cNvSpPr>
            <a:spLocks noGrp="1"/>
          </p:cNvSpPr>
          <p:nvPr>
            <p:ph type="dt" sz="half" idx="14"/>
          </p:nvPr>
        </p:nvSpPr>
        <p:spPr/>
        <p:txBody>
          <a:bodyPr/>
          <a:lstStyle/>
          <a:p>
            <a:fld id="{3AEEF7F6-ECFE-4473-B3E9-C91BE833927A}" type="datetimeFigureOut">
              <a:rPr lang="en-US" smtClean="0"/>
              <a:t>12/2/25</a:t>
            </a:fld>
            <a:endParaRPr lang="en-US"/>
          </a:p>
        </p:txBody>
      </p:sp>
      <p:sp>
        <p:nvSpPr>
          <p:cNvPr id="25" name="Slide Number Placeholder 24">
            <a:extLst>
              <a:ext uri="{FF2B5EF4-FFF2-40B4-BE49-F238E27FC236}">
                <a16:creationId xmlns:a16="http://schemas.microsoft.com/office/drawing/2014/main" id="{E55DAD34-8521-F119-F985-ABFBDD340032}"/>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64965423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0AE463B-60C7-F01E-97F6-1486FB41D222}"/>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7" name="Rectangle 6">
              <a:extLst>
                <a:ext uri="{FF2B5EF4-FFF2-40B4-BE49-F238E27FC236}">
                  <a16:creationId xmlns:a16="http://schemas.microsoft.com/office/drawing/2014/main" id="{EF94E48A-D751-8593-5D71-0683866A2404}"/>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55092F9-8C9B-4865-CB0E-EFD550A28ED3}"/>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40080"/>
            <a:ext cx="10890373" cy="1463040"/>
          </a:xfrm>
        </p:spPr>
        <p:txBody>
          <a:bodyPr anchor="t">
            <a:normAutofit/>
          </a:bodyPr>
          <a:lstStyle>
            <a:lvl1pPr>
              <a:defRPr sz="6000">
                <a:gradFill>
                  <a:gsLst>
                    <a:gs pos="0">
                      <a:schemeClr val="accent2"/>
                    </a:gs>
                    <a:gs pos="100000">
                      <a:schemeClr val="accent5"/>
                    </a:gs>
                  </a:gsLst>
                  <a:lin ang="4200000" scaled="0"/>
                </a:gradFill>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648" y="3483864"/>
            <a:ext cx="10890374" cy="28346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67F5585-231E-4B46-143C-086AE5C56D2F}"/>
              </a:ext>
            </a:extLst>
          </p:cNvPr>
          <p:cNvSpPr>
            <a:spLocks noGrp="1"/>
          </p:cNvSpPr>
          <p:nvPr>
            <p:ph type="ftr" sz="quarter" idx="15"/>
          </p:nvPr>
        </p:nvSpPr>
        <p:spPr/>
        <p:txBody>
          <a:bodyPr/>
          <a:lstStyle/>
          <a:p>
            <a:endParaRPr lang="en-US"/>
          </a:p>
        </p:txBody>
      </p:sp>
      <p:sp>
        <p:nvSpPr>
          <p:cNvPr id="4" name="Date Placeholder 3">
            <a:extLst>
              <a:ext uri="{FF2B5EF4-FFF2-40B4-BE49-F238E27FC236}">
                <a16:creationId xmlns:a16="http://schemas.microsoft.com/office/drawing/2014/main" id="{5C52CF0D-DCF6-2401-8AD6-ED12BCF0D0F7}"/>
              </a:ext>
            </a:extLst>
          </p:cNvPr>
          <p:cNvSpPr>
            <a:spLocks noGrp="1"/>
          </p:cNvSpPr>
          <p:nvPr>
            <p:ph type="dt" sz="half" idx="14"/>
          </p:nvPr>
        </p:nvSpPr>
        <p:spPr/>
        <p:txBody>
          <a:bodyPr/>
          <a:lstStyle/>
          <a:p>
            <a:fld id="{3AEEF7F6-ECFE-4473-B3E9-C91BE833927A}" type="datetimeFigureOut">
              <a:rPr lang="en-US" smtClean="0"/>
              <a:t>12/2/25</a:t>
            </a:fld>
            <a:endParaRPr lang="en-US"/>
          </a:p>
        </p:txBody>
      </p:sp>
      <p:sp>
        <p:nvSpPr>
          <p:cNvPr id="6" name="Slide Number Placeholder 5">
            <a:extLst>
              <a:ext uri="{FF2B5EF4-FFF2-40B4-BE49-F238E27FC236}">
                <a16:creationId xmlns:a16="http://schemas.microsoft.com/office/drawing/2014/main" id="{90CE8D9E-59BD-DBC5-F43C-8A6A21AE2F10}"/>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409133390"/>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1627318"/>
            <a:ext cx="8430768" cy="1842020"/>
          </a:xfrm>
        </p:spPr>
        <p:txBody>
          <a:bodyPr anchor="b">
            <a:normAutofit/>
          </a:bodyPr>
          <a:lstStyle>
            <a:lvl1pPr>
              <a:defRPr sz="6000">
                <a:gradFill>
                  <a:gsLst>
                    <a:gs pos="0">
                      <a:schemeClr val="accent2"/>
                    </a:gs>
                    <a:gs pos="100000">
                      <a:schemeClr val="accent5"/>
                    </a:gs>
                  </a:gsLst>
                  <a:lin ang="4200000" scaled="0"/>
                </a:gradFill>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648" y="3622673"/>
            <a:ext cx="8430768" cy="1609344"/>
          </a:xfrm>
        </p:spPr>
        <p:txBody>
          <a:bodyPr vert="horz" lIns="91440" tIns="45720" rIns="91440" bIns="45720" rtlCol="0">
            <a:normAutofit/>
          </a:bodyPr>
          <a:lstStyle>
            <a:lvl1pPr marL="0" indent="0">
              <a:buNone/>
              <a:defRPr lang="en-US" sz="2200" dirty="0"/>
            </a:lvl1pPr>
            <a:lvl2pPr marL="228600" indent="0">
              <a:buNone/>
              <a:defRPr lang="en-US" sz="1800" dirty="0"/>
            </a:lvl2pPr>
            <a:lvl3pPr marL="457200" indent="0">
              <a:buNone/>
              <a:defRPr lang="en-US" sz="16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F664FAF8-D2CD-617D-EEE4-AFE7E979984A}"/>
              </a:ext>
            </a:extLst>
          </p:cNvPr>
          <p:cNvSpPr>
            <a:spLocks noGrp="1"/>
          </p:cNvSpPr>
          <p:nvPr>
            <p:ph type="ftr" sz="quarter" idx="16"/>
          </p:nvPr>
        </p:nvSpPr>
        <p:spPr/>
        <p:txBody>
          <a:bodyPr/>
          <a:lstStyle/>
          <a:p>
            <a:endParaRPr lang="en-US"/>
          </a:p>
        </p:txBody>
      </p:sp>
      <p:sp>
        <p:nvSpPr>
          <p:cNvPr id="3" name="Date Placeholder 2">
            <a:extLst>
              <a:ext uri="{FF2B5EF4-FFF2-40B4-BE49-F238E27FC236}">
                <a16:creationId xmlns:a16="http://schemas.microsoft.com/office/drawing/2014/main" id="{7CAECC89-C65D-CAD6-3F7F-24F67D81DCF1}"/>
              </a:ext>
            </a:extLst>
          </p:cNvPr>
          <p:cNvSpPr>
            <a:spLocks noGrp="1"/>
          </p:cNvSpPr>
          <p:nvPr>
            <p:ph type="dt" sz="half" idx="15"/>
          </p:nvPr>
        </p:nvSpPr>
        <p:spPr/>
        <p:txBody>
          <a:bodyPr/>
          <a:lstStyle/>
          <a:p>
            <a:fld id="{3AEEF7F6-ECFE-4473-B3E9-C91BE833927A}" type="datetimeFigureOut">
              <a:rPr lang="en-US" smtClean="0"/>
              <a:t>12/2/25</a:t>
            </a:fld>
            <a:endParaRPr lang="en-US"/>
          </a:p>
        </p:txBody>
      </p:sp>
      <p:sp>
        <p:nvSpPr>
          <p:cNvPr id="9" name="Slide Number Placeholder 8">
            <a:extLst>
              <a:ext uri="{FF2B5EF4-FFF2-40B4-BE49-F238E27FC236}">
                <a16:creationId xmlns:a16="http://schemas.microsoft.com/office/drawing/2014/main" id="{B0DB779D-8A81-935C-F850-6C0DCAD5E6D1}"/>
              </a:ext>
            </a:extLst>
          </p:cNvPr>
          <p:cNvSpPr>
            <a:spLocks noGrp="1"/>
          </p:cNvSpPr>
          <p:nvPr>
            <p:ph type="sldNum" sz="quarter" idx="17"/>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876365837"/>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theme" Target="../theme/theme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02920"/>
            <a:ext cx="10954512" cy="1197864"/>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8" y="1801368"/>
            <a:ext cx="10954512" cy="44805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8" y="6318504"/>
            <a:ext cx="4096512" cy="365760"/>
          </a:xfrm>
          <a:prstGeom prst="rect">
            <a:avLst/>
          </a:prstGeom>
        </p:spPr>
        <p:txBody>
          <a:bodyPr vert="horz" lIns="91440" tIns="45720" rIns="91440" bIns="45720" rtlCol="0" anchor="ctr"/>
          <a:lstStyle>
            <a:lvl1pPr algn="l">
              <a:defRPr sz="850">
                <a:solidFill>
                  <a:schemeClr val="tx1"/>
                </a:solidFill>
              </a:defRPr>
            </a:lvl1pPr>
          </a:lstStyle>
          <a:p>
            <a:endParaRPr lang="en-US"/>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430768" y="6318504"/>
            <a:ext cx="3136392" cy="365760"/>
          </a:xfrm>
          <a:prstGeom prst="rect">
            <a:avLst/>
          </a:prstGeom>
        </p:spPr>
        <p:txBody>
          <a:bodyPr vert="horz" lIns="91440" tIns="45720" rIns="91440" bIns="45720" rtlCol="0" anchor="ctr"/>
          <a:lstStyle>
            <a:lvl1pPr algn="r">
              <a:defRPr sz="850">
                <a:solidFill>
                  <a:schemeClr val="tx1"/>
                </a:solidFill>
              </a:defRPr>
            </a:lvl1pPr>
          </a:lstStyle>
          <a:p>
            <a:fld id="{3AEEF7F6-ECFE-4473-B3E9-C91BE833927A}" type="datetimeFigureOut">
              <a:rPr lang="en-US" smtClean="0"/>
              <a:t>12/2/25</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484864" y="6318504"/>
            <a:ext cx="493776" cy="365760"/>
          </a:xfrm>
          <a:prstGeom prst="rect">
            <a:avLst/>
          </a:prstGeom>
        </p:spPr>
        <p:txBody>
          <a:bodyPr vert="horz" lIns="91440" tIns="45720" rIns="91440" bIns="45720" rtlCol="0" anchor="ctr"/>
          <a:lstStyle>
            <a:lvl1pPr algn="r">
              <a:defRPr sz="850">
                <a:solidFill>
                  <a:schemeClr val="tx1"/>
                </a:solidFill>
              </a:defRPr>
            </a:lvl1pPr>
          </a:lstStyle>
          <a:p>
            <a:fld id="{5DAD859A-2C66-45B9-9A71-3CF205EC2D4A}" type="slidenum">
              <a:rPr lang="en-US" smtClean="0"/>
              <a:t>‹#›</a:t>
            </a:fld>
            <a:endParaRPr lang="en-US"/>
          </a:p>
        </p:txBody>
      </p:sp>
    </p:spTree>
    <p:extLst>
      <p:ext uri="{BB962C8B-B14F-4D97-AF65-F5344CB8AC3E}">
        <p14:creationId xmlns:p14="http://schemas.microsoft.com/office/powerpoint/2010/main" val="245716641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Lst>
  <p:txStyles>
    <p:title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3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hyperlink" Target="https://www.kaggle.com/datasets/Cornell-University/arxiv/data"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2.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2.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6.xml"/><Relationship Id="rId1" Type="http://schemas.openxmlformats.org/officeDocument/2006/relationships/slideLayout" Target="../slideLayouts/slideLayout32.xml"/><Relationship Id="rId5" Type="http://schemas.openxmlformats.org/officeDocument/2006/relationships/hyperlink" Target="https://cloudrun-456311304734.us-east1.run.app/" TargetMode="External"/><Relationship Id="rId4" Type="http://schemas.openxmlformats.org/officeDocument/2006/relationships/hyperlink" Target="https://www.amirth.dev/scholar-stream"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2.xml"/></Relationships>
</file>

<file path=ppt/slides/_rels/slide23.xml.rels><?xml version="1.0" encoding="UTF-8" standalone="yes"?>
<Relationships xmlns="http://schemas.openxmlformats.org/package/2006/relationships"><Relationship Id="rId2" Type="http://schemas.openxmlformats.org/officeDocument/2006/relationships/hyperlink" Target="https://github.com/tomalytics/datasciencecanvas" TargetMode="External"/><Relationship Id="rId1" Type="http://schemas.openxmlformats.org/officeDocument/2006/relationships/slideLayout" Target="../slideLayouts/slideLayout4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C23F9-3614-13C0-6C09-BB221776CEED}"/>
              </a:ext>
            </a:extLst>
          </p:cNvPr>
          <p:cNvSpPr>
            <a:spLocks noGrp="1"/>
          </p:cNvSpPr>
          <p:nvPr>
            <p:ph type="ctrTitle"/>
          </p:nvPr>
        </p:nvSpPr>
        <p:spPr>
          <a:xfrm>
            <a:off x="8247888" y="713232"/>
            <a:ext cx="3364992" cy="3227832"/>
          </a:xfrm>
        </p:spPr>
        <p:txBody>
          <a:bodyPr anchor="t">
            <a:normAutofit/>
          </a:bodyPr>
          <a:lstStyle/>
          <a:p>
            <a:r>
              <a:rPr lang="en-US" sz="3100"/>
              <a:t>Research Paper Recommendation using Fine-Tuned Sentence Transformer</a:t>
            </a:r>
          </a:p>
        </p:txBody>
      </p:sp>
      <p:sp>
        <p:nvSpPr>
          <p:cNvPr id="3" name="Subtitle 2">
            <a:extLst>
              <a:ext uri="{FF2B5EF4-FFF2-40B4-BE49-F238E27FC236}">
                <a16:creationId xmlns:a16="http://schemas.microsoft.com/office/drawing/2014/main" id="{8F75DD8A-2368-0825-D1A4-59C96A40EF7F}"/>
              </a:ext>
            </a:extLst>
          </p:cNvPr>
          <p:cNvSpPr>
            <a:spLocks noGrp="1"/>
          </p:cNvSpPr>
          <p:nvPr>
            <p:ph type="subTitle" idx="1"/>
          </p:nvPr>
        </p:nvSpPr>
        <p:spPr>
          <a:xfrm>
            <a:off x="8247888" y="5138927"/>
            <a:ext cx="3200400" cy="1197864"/>
          </a:xfrm>
        </p:spPr>
        <p:txBody>
          <a:bodyPr>
            <a:normAutofit/>
          </a:bodyPr>
          <a:lstStyle/>
          <a:p>
            <a:r>
              <a:rPr lang="en-US"/>
              <a:t>Leveraging AI for improved academic paper suggestions</a:t>
            </a:r>
          </a:p>
        </p:txBody>
      </p:sp>
      <p:pic>
        <p:nvPicPr>
          <p:cNvPr id="4" name="Picture 3">
            <a:extLst>
              <a:ext uri="{FF2B5EF4-FFF2-40B4-BE49-F238E27FC236}">
                <a16:creationId xmlns:a16="http://schemas.microsoft.com/office/drawing/2014/main" id="{EBEF51D7-D9C3-4298-9E6B-98107C88349F}"/>
              </a:ext>
            </a:extLst>
          </p:cNvPr>
          <p:cNvPicPr>
            <a:picLocks noChangeAspect="1"/>
          </p:cNvPicPr>
          <p:nvPr/>
        </p:nvPicPr>
        <p:blipFill>
          <a:blip r:embed="rId3"/>
          <a:srcRect l="11946" r="-1" b="-1"/>
          <a:stretch>
            <a:fillRect/>
          </a:stretch>
        </p:blipFill>
        <p:spPr>
          <a:xfrm>
            <a:off x="20" y="10"/>
            <a:ext cx="7548431" cy="6857990"/>
          </a:xfrm>
          <a:prstGeom prst="rect">
            <a:avLst/>
          </a:prstGeom>
          <a:noFill/>
        </p:spPr>
      </p:pic>
    </p:spTree>
    <p:extLst>
      <p:ext uri="{BB962C8B-B14F-4D97-AF65-F5344CB8AC3E}">
        <p14:creationId xmlns:p14="http://schemas.microsoft.com/office/powerpoint/2010/main" val="3402033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par>
                                <p:cTn id="8" presetID="10" presetClass="entr" presetSubtype="0" fill="hold" grpId="0" nodeType="withEffect">
                                  <p:stCondLst>
                                    <p:cond delay="25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250"/>
                                        <p:tgtEl>
                                          <p:spTgt spid="3">
                                            <p:txEl>
                                              <p:pRg st="0" end="0"/>
                                            </p:txEl>
                                          </p:spTgt>
                                        </p:tgtEl>
                                      </p:cBhvr>
                                    </p:animEffect>
                                  </p:childTnLst>
                                </p:cTn>
                              </p:par>
                              <p:par>
                                <p:cTn id="11" presetID="10"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F1835-AC36-7189-5D58-62E2A7A5753F}"/>
              </a:ext>
            </a:extLst>
          </p:cNvPr>
          <p:cNvSpPr>
            <a:spLocks noGrp="1"/>
          </p:cNvSpPr>
          <p:nvPr>
            <p:ph type="title"/>
          </p:nvPr>
        </p:nvSpPr>
        <p:spPr>
          <a:xfrm>
            <a:off x="2762184" y="2747574"/>
            <a:ext cx="6667632" cy="1362852"/>
          </a:xfrm>
        </p:spPr>
        <p:txBody>
          <a:bodyPr anchor="b">
            <a:normAutofit fontScale="90000"/>
          </a:bodyPr>
          <a:lstStyle/>
          <a:p>
            <a:br>
              <a:rPr lang="en-US"/>
            </a:br>
            <a:r>
              <a:rPr lang="en-US"/>
              <a:t>Problem Statement</a:t>
            </a:r>
          </a:p>
        </p:txBody>
      </p:sp>
    </p:spTree>
    <p:extLst>
      <p:ext uri="{BB962C8B-B14F-4D97-AF65-F5344CB8AC3E}">
        <p14:creationId xmlns:p14="http://schemas.microsoft.com/office/powerpoint/2010/main" val="7472634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B7F64-0A26-08E0-2058-C3461B8575C9}"/>
              </a:ext>
            </a:extLst>
          </p:cNvPr>
          <p:cNvSpPr>
            <a:spLocks noGrp="1"/>
          </p:cNvSpPr>
          <p:nvPr>
            <p:ph type="title"/>
          </p:nvPr>
        </p:nvSpPr>
        <p:spPr>
          <a:xfrm>
            <a:off x="4706516" y="502920"/>
            <a:ext cx="6858000" cy="841248"/>
          </a:xfrm>
        </p:spPr>
        <p:txBody>
          <a:bodyPr anchor="b">
            <a:normAutofit/>
          </a:bodyPr>
          <a:lstStyle/>
          <a:p>
            <a:r>
              <a:rPr lang="en-US"/>
              <a:t>Problem Statement</a:t>
            </a:r>
          </a:p>
        </p:txBody>
      </p:sp>
      <p:pic>
        <p:nvPicPr>
          <p:cNvPr id="5" name="Content Placeholder 4" descr="Concept of businessman thinking / searching for idea.">
            <a:extLst>
              <a:ext uri="{FF2B5EF4-FFF2-40B4-BE49-F238E27FC236}">
                <a16:creationId xmlns:a16="http://schemas.microsoft.com/office/drawing/2014/main" id="{6F5F76A2-4A65-41D5-BE29-547342A5CDA2}"/>
              </a:ext>
            </a:extLst>
          </p:cNvPr>
          <p:cNvPicPr>
            <a:picLocks noGrp="1" noChangeAspect="1"/>
          </p:cNvPicPr>
          <p:nvPr>
            <p:ph type="pic" sz="quarter" idx="15"/>
          </p:nvPr>
        </p:nvPicPr>
        <p:blipFill>
          <a:blip r:embed="rId3"/>
          <a:srcRect l="27230" r="27345" b="1"/>
          <a:stretch>
            <a:fillRect/>
          </a:stretch>
        </p:blipFill>
        <p:spPr>
          <a:xfrm>
            <a:off x="115867" y="10"/>
            <a:ext cx="3968496" cy="6857990"/>
          </a:xfrm>
          <a:prstGeom prst="rect">
            <a:avLst/>
          </a:prstGeom>
          <a:noFill/>
        </p:spPr>
      </p:pic>
      <p:sp>
        <p:nvSpPr>
          <p:cNvPr id="4" name="Content Placeholder 3">
            <a:extLst>
              <a:ext uri="{FF2B5EF4-FFF2-40B4-BE49-F238E27FC236}">
                <a16:creationId xmlns:a16="http://schemas.microsoft.com/office/drawing/2014/main" id="{E85FF822-7F36-CC8F-3F7D-F137150B801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706516" y="1472183"/>
            <a:ext cx="6858000" cy="4782312"/>
          </a:xfrm>
        </p:spPr>
        <p:txBody>
          <a:bodyPr>
            <a:normAutofit/>
          </a:bodyPr>
          <a:lstStyle/>
          <a:p>
            <a:pPr marL="0" indent="0">
              <a:spcBef>
                <a:spcPts val="2500"/>
              </a:spcBef>
              <a:buFont typeface="Arial" panose="020B0604020202020204" pitchFamily="34" charset="0"/>
              <a:buNone/>
            </a:pPr>
            <a:r>
              <a:rPr lang="en-US" b="1"/>
              <a:t>Challenges in Academic Search</a:t>
            </a:r>
          </a:p>
          <a:p>
            <a:pPr marL="0" lvl="1" indent="0">
              <a:buFont typeface="Arial" panose="020B0604020202020204" pitchFamily="34" charset="0"/>
              <a:buNone/>
            </a:pPr>
            <a:r>
              <a:t>Traditional keyword searches often miss semantic context, resulting in irrelevant or incomplete paper retrieval.</a:t>
            </a:r>
            <a:endParaRPr lang="en-US"/>
          </a:p>
          <a:p>
            <a:pPr marL="0" indent="0">
              <a:spcBef>
                <a:spcPts val="2500"/>
              </a:spcBef>
              <a:buFont typeface="Arial" panose="020B0604020202020204" pitchFamily="34" charset="0"/>
              <a:buNone/>
            </a:pPr>
            <a:r>
              <a:rPr lang="en-US" b="1"/>
              <a:t>Growing Research Volume</a:t>
            </a:r>
          </a:p>
          <a:p>
            <a:pPr marL="0" lvl="1" indent="0">
              <a:buFont typeface="Arial" panose="020B0604020202020204" pitchFamily="34" charset="0"/>
              <a:buNone/>
            </a:pPr>
            <a:r>
              <a:t>The increasing number of research papers makes manual discovery inefficient and time-consuming for researchers.</a:t>
            </a:r>
            <a:endParaRPr lang="en-US"/>
          </a:p>
          <a:p>
            <a:pPr marL="0" indent="0">
              <a:spcBef>
                <a:spcPts val="2500"/>
              </a:spcBef>
              <a:buFont typeface="Arial" panose="020B0604020202020204" pitchFamily="34" charset="0"/>
              <a:buNone/>
            </a:pPr>
            <a:r>
              <a:rPr lang="en-US" b="1"/>
              <a:t>Need for Semantic Understanding</a:t>
            </a:r>
          </a:p>
          <a:p>
            <a:pPr marL="0" lvl="1" indent="0">
              <a:buFont typeface="Arial" panose="020B0604020202020204" pitchFamily="34" charset="0"/>
              <a:buNone/>
            </a:pPr>
            <a:r>
              <a:t>A system that comprehends context and semantics is essential to provide accurate recommendations and search results.</a:t>
            </a:r>
            <a:endParaRPr lang="en-US"/>
          </a:p>
          <a:p>
            <a:pPr marL="0" indent="0">
              <a:spcBef>
                <a:spcPts val="2500"/>
              </a:spcBef>
              <a:buFont typeface="Arial" panose="020B0604020202020204" pitchFamily="34" charset="0"/>
              <a:buNone/>
            </a:pPr>
            <a:r>
              <a:rPr lang="en-US" b="1"/>
              <a:t>Solution Approach</a:t>
            </a:r>
          </a:p>
          <a:p>
            <a:pPr marL="0" lvl="1" indent="0">
              <a:buFont typeface="Arial" panose="020B0604020202020204" pitchFamily="34" charset="0"/>
              <a:buNone/>
            </a:pPr>
            <a:r>
              <a:t>Utilizing a fine-tuned sentence transformer model to connect user intent with paper content for better research outcomes.</a:t>
            </a:r>
            <a:endParaRPr lang="en-US"/>
          </a:p>
        </p:txBody>
      </p:sp>
    </p:spTree>
    <p:extLst>
      <p:ext uri="{BB962C8B-B14F-4D97-AF65-F5344CB8AC3E}">
        <p14:creationId xmlns:p14="http://schemas.microsoft.com/office/powerpoint/2010/main" val="26774100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BFD7B-BBEE-12E6-1D92-62FAD240F0DE}"/>
              </a:ext>
            </a:extLst>
          </p:cNvPr>
          <p:cNvSpPr>
            <a:spLocks noGrp="1"/>
          </p:cNvSpPr>
          <p:nvPr>
            <p:ph type="title"/>
          </p:nvPr>
        </p:nvSpPr>
        <p:spPr>
          <a:xfrm>
            <a:off x="4245532" y="2697877"/>
            <a:ext cx="3700935" cy="1462245"/>
          </a:xfrm>
        </p:spPr>
        <p:txBody>
          <a:bodyPr anchor="b">
            <a:normAutofit/>
          </a:bodyPr>
          <a:lstStyle/>
          <a:p>
            <a:r>
              <a:rPr lang="en-US"/>
              <a:t>Dataset</a:t>
            </a:r>
          </a:p>
        </p:txBody>
      </p:sp>
    </p:spTree>
    <p:extLst>
      <p:ext uri="{BB962C8B-B14F-4D97-AF65-F5344CB8AC3E}">
        <p14:creationId xmlns:p14="http://schemas.microsoft.com/office/powerpoint/2010/main" val="62307761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42694-FD36-5A7C-1ED2-B4D30B8A36A1}"/>
              </a:ext>
            </a:extLst>
          </p:cNvPr>
          <p:cNvSpPr>
            <a:spLocks noGrp="1"/>
          </p:cNvSpPr>
          <p:nvPr>
            <p:ph type="title"/>
          </p:nvPr>
        </p:nvSpPr>
        <p:spPr>
          <a:xfrm>
            <a:off x="411148" y="502920"/>
            <a:ext cx="4669536" cy="1453896"/>
          </a:xfrm>
        </p:spPr>
        <p:txBody>
          <a:bodyPr anchor="t">
            <a:normAutofit/>
          </a:bodyPr>
          <a:lstStyle/>
          <a:p>
            <a:r>
              <a:rPr lang="en-US"/>
              <a:t>Dataset Details</a:t>
            </a:r>
          </a:p>
        </p:txBody>
      </p:sp>
      <p:pic>
        <p:nvPicPr>
          <p:cNvPr id="14" name="Picture 13" descr="A screenshot of a white paper&#10;&#10;AI-generated content may be incorrect.">
            <a:extLst>
              <a:ext uri="{FF2B5EF4-FFF2-40B4-BE49-F238E27FC236}">
                <a16:creationId xmlns:a16="http://schemas.microsoft.com/office/drawing/2014/main" id="{0A5067C4-C5C4-6111-2671-4AE00D6251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1148" y="1956816"/>
            <a:ext cx="5072535" cy="3522208"/>
          </a:xfrm>
          <a:prstGeom prst="rect">
            <a:avLst/>
          </a:prstGeom>
          <a:noFill/>
        </p:spPr>
      </p:pic>
      <p:sp>
        <p:nvSpPr>
          <p:cNvPr id="4" name="Content Placeholder 3">
            <a:extLst>
              <a:ext uri="{FF2B5EF4-FFF2-40B4-BE49-F238E27FC236}">
                <a16:creationId xmlns:a16="http://schemas.microsoft.com/office/drawing/2014/main" id="{F3C0C505-8192-5537-D834-04634D38A2C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1013791"/>
            <a:ext cx="5471160" cy="5304713"/>
          </a:xfrm>
        </p:spPr>
        <p:txBody>
          <a:bodyPr vert="horz" lIns="91440" tIns="45720" rIns="91440" bIns="45720" rtlCol="0" anchor="t">
            <a:normAutofit/>
          </a:bodyPr>
          <a:lstStyle/>
          <a:p>
            <a:pPr marL="0" indent="0">
              <a:spcBef>
                <a:spcPts val="2500"/>
              </a:spcBef>
              <a:buFont typeface="Arial" panose="020B0604020202020204" pitchFamily="34" charset="0"/>
              <a:buNone/>
            </a:pPr>
            <a:r>
              <a:rPr lang="en-IN" b="1"/>
              <a:t>Dataset Source and Size</a:t>
            </a:r>
          </a:p>
          <a:p>
            <a:pPr marL="0" lvl="1" indent="0">
              <a:buFont typeface="Arial" panose="020B0604020202020204" pitchFamily="34" charset="0"/>
              <a:buNone/>
            </a:pPr>
            <a:r>
              <a:rPr lang="en-IN">
                <a:hlinkClick r:id="rId4"/>
              </a:rPr>
              <a:t>Original dataset</a:t>
            </a:r>
            <a:r>
              <a:t> includes approximately 2 million scientific papers from </a:t>
            </a:r>
            <a:r>
              <a:rPr lang="en-IN" err="1"/>
              <a:t>ArXiv</a:t>
            </a:r>
            <a:r>
              <a:t> metadata.</a:t>
            </a:r>
            <a:endParaRPr lang="en-IN"/>
          </a:p>
          <a:p>
            <a:pPr marL="0" indent="0">
              <a:spcBef>
                <a:spcPts val="2500"/>
              </a:spcBef>
              <a:buFont typeface="Arial" panose="020B0604020202020204" pitchFamily="34" charset="0"/>
              <a:buNone/>
            </a:pPr>
            <a:r>
              <a:rPr lang="en-IN" b="1"/>
              <a:t>Balanced Sampling Strategy</a:t>
            </a:r>
          </a:p>
          <a:p>
            <a:pPr marL="0" lvl="1" indent="0">
              <a:buNone/>
            </a:pPr>
            <a:r>
              <a:rPr lang="en-US"/>
              <a:t>For ada-2 distillation: A</a:t>
            </a:r>
            <a:r>
              <a:t> sample of </a:t>
            </a:r>
            <a:r>
              <a:rPr lang="en-US"/>
              <a:t>30K</a:t>
            </a:r>
            <a:r>
              <a:t> papers</a:t>
            </a:r>
            <a:r>
              <a:rPr lang="en-US"/>
              <a:t> were selected from the ‘CS.AI’ category</a:t>
            </a:r>
            <a:r>
              <a:t>.</a:t>
            </a:r>
            <a:r>
              <a:rPr lang="en-US"/>
              <a:t> 25K corpus, 10K hard training pairs and 5K held out for evaluation. </a:t>
            </a:r>
            <a:endParaRPr lang="en-IN"/>
          </a:p>
          <a:p>
            <a:pPr marL="0" lvl="1" indent="0">
              <a:buNone/>
            </a:pPr>
            <a:r>
              <a:rPr lang="en-US"/>
              <a:t>For LLM as a Judge: Sample of last 2 years papers for CS.AI. Around 122K papers. </a:t>
            </a:r>
          </a:p>
          <a:p>
            <a:pPr marL="0" indent="0">
              <a:spcBef>
                <a:spcPts val="2500"/>
              </a:spcBef>
              <a:buNone/>
            </a:pPr>
            <a:r>
              <a:rPr lang="en-IN" b="1"/>
              <a:t>Text Input Preparation</a:t>
            </a:r>
            <a:endParaRPr lang="en-IN"/>
          </a:p>
          <a:p>
            <a:pPr marL="0" lvl="1" indent="0">
              <a:buFont typeface="Arial" panose="020B0604020202020204" pitchFamily="34" charset="0"/>
              <a:buNone/>
            </a:pPr>
            <a:r>
              <a:t>Titles and abstracts were concatenated to form rich semantic text inputs for </a:t>
            </a:r>
            <a:r>
              <a:rPr lang="en-US"/>
              <a:t>modeling</a:t>
            </a:r>
            <a:r>
              <a:t>.</a:t>
            </a:r>
            <a:endParaRPr lang="en-IN"/>
          </a:p>
          <a:p>
            <a:pPr marL="0" indent="0">
              <a:spcBef>
                <a:spcPts val="2500"/>
              </a:spcBef>
              <a:buFont typeface="Arial" panose="020B0604020202020204" pitchFamily="34" charset="0"/>
              <a:buNone/>
            </a:pPr>
            <a:r>
              <a:rPr lang="en-IN" b="1"/>
              <a:t>Efficiency and Coverage</a:t>
            </a:r>
          </a:p>
          <a:p>
            <a:pPr marL="0" lvl="1" indent="0">
              <a:buFont typeface="Arial" panose="020B0604020202020204" pitchFamily="34" charset="0"/>
              <a:buNone/>
            </a:pPr>
            <a:r>
              <a:t>Sampling strategy allows faster experimentation while maintaining representative domain coverage.</a:t>
            </a:r>
            <a:endParaRPr lang="en-IN"/>
          </a:p>
        </p:txBody>
      </p:sp>
      <p:pic>
        <p:nvPicPr>
          <p:cNvPr id="16" name="Picture 15" descr="A blue text on a black background&#10;&#10;AI-generated content may be incorrect.">
            <a:extLst>
              <a:ext uri="{FF2B5EF4-FFF2-40B4-BE49-F238E27FC236}">
                <a16:creationId xmlns:a16="http://schemas.microsoft.com/office/drawing/2014/main" id="{CEFCB5E4-04EF-0B08-EF8C-7A1EB596A5C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1148" y="1338494"/>
            <a:ext cx="1497165" cy="618322"/>
          </a:xfrm>
          <a:prstGeom prst="rect">
            <a:avLst/>
          </a:prstGeom>
        </p:spPr>
      </p:pic>
      <p:pic>
        <p:nvPicPr>
          <p:cNvPr id="1026" name="Picture 2">
            <a:extLst>
              <a:ext uri="{FF2B5EF4-FFF2-40B4-BE49-F238E27FC236}">
                <a16:creationId xmlns:a16="http://schemas.microsoft.com/office/drawing/2014/main" id="{746ED0F9-6F42-4B1A-726A-A85EBCC8572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78039" y="1338494"/>
            <a:ext cx="1335754" cy="6720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23102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BAEFEC-9BDC-998D-D923-BBA6CFE021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13BDD7-7DA3-7990-546B-B79A31D29655}"/>
              </a:ext>
            </a:extLst>
          </p:cNvPr>
          <p:cNvSpPr>
            <a:spLocks noGrp="1"/>
          </p:cNvSpPr>
          <p:nvPr>
            <p:ph type="title"/>
          </p:nvPr>
        </p:nvSpPr>
        <p:spPr>
          <a:xfrm>
            <a:off x="411148" y="502920"/>
            <a:ext cx="4669536" cy="1453896"/>
          </a:xfrm>
        </p:spPr>
        <p:txBody>
          <a:bodyPr anchor="t">
            <a:normAutofit/>
          </a:bodyPr>
          <a:lstStyle/>
          <a:p>
            <a:r>
              <a:rPr lang="en-US"/>
              <a:t>Data Preparation</a:t>
            </a:r>
          </a:p>
        </p:txBody>
      </p:sp>
      <p:sp>
        <p:nvSpPr>
          <p:cNvPr id="5" name="Content Placeholder 4">
            <a:extLst>
              <a:ext uri="{FF2B5EF4-FFF2-40B4-BE49-F238E27FC236}">
                <a16:creationId xmlns:a16="http://schemas.microsoft.com/office/drawing/2014/main" id="{44C67627-7D46-BA06-2771-E82896504E57}"/>
              </a:ext>
            </a:extLst>
          </p:cNvPr>
          <p:cNvSpPr>
            <a:spLocks noGrp="1"/>
          </p:cNvSpPr>
          <p:nvPr>
            <p:ph sz="quarter" idx="14"/>
          </p:nvPr>
        </p:nvSpPr>
        <p:spPr>
          <a:xfrm>
            <a:off x="411238" y="1047205"/>
            <a:ext cx="10926112" cy="5331776"/>
          </a:xfrm>
        </p:spPr>
        <p:txBody>
          <a:bodyPr vert="horz" lIns="91440" tIns="45720" rIns="91440" bIns="45720" rtlCol="0" anchor="t">
            <a:normAutofit/>
          </a:bodyPr>
          <a:lstStyle/>
          <a:p>
            <a:endParaRPr lang="en-US"/>
          </a:p>
          <a:p>
            <a:r>
              <a:rPr lang="en-US"/>
              <a:t>Filtering: Removed rows where the abstract or the title had non-ascii characters as this would make read and writing to csv difficult.</a:t>
            </a:r>
          </a:p>
          <a:p>
            <a:r>
              <a:rPr lang="en-US"/>
              <a:t>Feature engineering: Created a new column by combining title and abstract. This will be used for semantic matching.</a:t>
            </a:r>
          </a:p>
          <a:p>
            <a:r>
              <a:rPr lang="en-US"/>
              <a:t>Prepared hard pairs for training.</a:t>
            </a:r>
          </a:p>
          <a:p>
            <a:endParaRPr lang="en-US"/>
          </a:p>
          <a:p>
            <a:endParaRPr lang="en-US"/>
          </a:p>
          <a:p>
            <a:endParaRPr lang="en-US"/>
          </a:p>
          <a:p>
            <a:endParaRPr lang="en-US"/>
          </a:p>
          <a:p>
            <a:endParaRPr lang="en-US"/>
          </a:p>
          <a:p>
            <a:r>
              <a:rPr lang="en-US">
                <a:ea typeface="+mn-lt"/>
                <a:cs typeface="+mn-lt"/>
              </a:rPr>
              <a:t>50% positive pairs + 50% negative pairs prevents embedding space collapse.</a:t>
            </a:r>
          </a:p>
          <a:p>
            <a:r>
              <a:rPr lang="en-US"/>
              <a:t>For LLM as Judge, we took 10K pairs of paper for training, and 1k for testing</a:t>
            </a:r>
          </a:p>
          <a:p>
            <a:endParaRPr lang="en-US"/>
          </a:p>
        </p:txBody>
      </p:sp>
      <p:graphicFrame>
        <p:nvGraphicFramePr>
          <p:cNvPr id="3" name="Table 2">
            <a:extLst>
              <a:ext uri="{FF2B5EF4-FFF2-40B4-BE49-F238E27FC236}">
                <a16:creationId xmlns:a16="http://schemas.microsoft.com/office/drawing/2014/main" id="{FFC1036B-6025-86AE-F0A2-203A199B13BA}"/>
              </a:ext>
            </a:extLst>
          </p:cNvPr>
          <p:cNvGraphicFramePr>
            <a:graphicFrameLocks noGrp="1"/>
          </p:cNvGraphicFramePr>
          <p:nvPr>
            <p:extLst>
              <p:ext uri="{D42A27DB-BD31-4B8C-83A1-F6EECF244321}">
                <p14:modId xmlns:p14="http://schemas.microsoft.com/office/powerpoint/2010/main" val="613604004"/>
              </p:ext>
            </p:extLst>
          </p:nvPr>
        </p:nvGraphicFramePr>
        <p:xfrm>
          <a:off x="842584" y="2601280"/>
          <a:ext cx="8168640" cy="1658358"/>
        </p:xfrm>
        <a:graphic>
          <a:graphicData uri="http://schemas.openxmlformats.org/drawingml/2006/table">
            <a:tbl>
              <a:tblPr firstRow="1" bandRow="1">
                <a:tableStyleId>{5C22544A-7EE6-4342-B048-85BDC9FD1C3A}</a:tableStyleId>
              </a:tblPr>
              <a:tblGrid>
                <a:gridCol w="2722880">
                  <a:extLst>
                    <a:ext uri="{9D8B030D-6E8A-4147-A177-3AD203B41FA5}">
                      <a16:colId xmlns:a16="http://schemas.microsoft.com/office/drawing/2014/main" val="2285021116"/>
                    </a:ext>
                  </a:extLst>
                </a:gridCol>
                <a:gridCol w="2722880">
                  <a:extLst>
                    <a:ext uri="{9D8B030D-6E8A-4147-A177-3AD203B41FA5}">
                      <a16:colId xmlns:a16="http://schemas.microsoft.com/office/drawing/2014/main" val="2897318585"/>
                    </a:ext>
                  </a:extLst>
                </a:gridCol>
                <a:gridCol w="2722880">
                  <a:extLst>
                    <a:ext uri="{9D8B030D-6E8A-4147-A177-3AD203B41FA5}">
                      <a16:colId xmlns:a16="http://schemas.microsoft.com/office/drawing/2014/main" val="1444626725"/>
                    </a:ext>
                  </a:extLst>
                </a:gridCol>
              </a:tblGrid>
              <a:tr h="378198">
                <a:tc>
                  <a:txBody>
                    <a:bodyPr/>
                    <a:lstStyle/>
                    <a:p>
                      <a:pPr lvl="0">
                        <a:buNone/>
                      </a:pPr>
                      <a:r>
                        <a:rPr lang="en-US" sz="1800" b="1" i="0" u="none" strike="noStrike" noProof="0">
                          <a:solidFill>
                            <a:schemeClr val="bg1"/>
                          </a:solidFill>
                          <a:latin typeface="Aptos Light"/>
                        </a:rPr>
                        <a:t>Pair Type</a:t>
                      </a:r>
                      <a:endParaRPr lang="en-US" sz="1800">
                        <a:solidFill>
                          <a:schemeClr val="bg1"/>
                        </a:solidFill>
                      </a:endParaRPr>
                    </a:p>
                  </a:txBody>
                  <a:tcPr/>
                </a:tc>
                <a:tc>
                  <a:txBody>
                    <a:bodyPr/>
                    <a:lstStyle/>
                    <a:p>
                      <a:pPr lvl="0">
                        <a:buNone/>
                      </a:pPr>
                      <a:r>
                        <a:rPr lang="en-US" sz="1800" b="1" i="0" u="none" strike="noStrike" noProof="0">
                          <a:solidFill>
                            <a:schemeClr val="bg1"/>
                          </a:solidFill>
                          <a:latin typeface="Aptos Light"/>
                        </a:rPr>
                        <a:t>Criteria</a:t>
                      </a:r>
                      <a:endParaRPr lang="en-US" sz="1800">
                        <a:solidFill>
                          <a:schemeClr val="bg1"/>
                        </a:solidFill>
                      </a:endParaRPr>
                    </a:p>
                  </a:txBody>
                  <a:tcPr/>
                </a:tc>
                <a:tc>
                  <a:txBody>
                    <a:bodyPr/>
                    <a:lstStyle/>
                    <a:p>
                      <a:pPr lvl="0">
                        <a:buNone/>
                      </a:pPr>
                      <a:r>
                        <a:rPr lang="en-US" sz="1800" b="1" i="0" u="none" strike="noStrike" noProof="0">
                          <a:solidFill>
                            <a:schemeClr val="bg1"/>
                          </a:solidFill>
                          <a:latin typeface="Aptos Light"/>
                        </a:rPr>
                        <a:t>Purpose</a:t>
                      </a:r>
                      <a:endParaRPr lang="en-US"/>
                    </a:p>
                  </a:txBody>
                  <a:tcPr/>
                </a:tc>
                <a:extLst>
                  <a:ext uri="{0D108BD9-81ED-4DB2-BD59-A6C34878D82A}">
                    <a16:rowId xmlns:a16="http://schemas.microsoft.com/office/drawing/2014/main" val="3734938911"/>
                  </a:ext>
                </a:extLst>
              </a:tr>
              <a:tr h="370840">
                <a:tc>
                  <a:txBody>
                    <a:bodyPr/>
                    <a:lstStyle/>
                    <a:p>
                      <a:pPr lvl="0">
                        <a:buNone/>
                      </a:pPr>
                      <a:r>
                        <a:rPr lang="en-US" sz="1800" b="0" i="0" u="none" strike="noStrike" noProof="0">
                          <a:latin typeface="Aptos Light"/>
                        </a:rPr>
                        <a:t>Positive</a:t>
                      </a:r>
                      <a:endParaRPr lang="en-US"/>
                    </a:p>
                  </a:txBody>
                  <a:tcPr/>
                </a:tc>
                <a:tc>
                  <a:txBody>
                    <a:bodyPr/>
                    <a:lstStyle/>
                    <a:p>
                      <a:pPr lvl="0">
                        <a:buNone/>
                      </a:pPr>
                      <a:r>
                        <a:rPr lang="en-US" sz="1800" b="0" i="0" u="none" strike="noStrike" noProof="0">
                          <a:latin typeface="Aptos Light"/>
                        </a:rPr>
                        <a:t>Ada similarity ≥ 75th percentile</a:t>
                      </a:r>
                      <a:endParaRPr lang="en-US"/>
                    </a:p>
                  </a:txBody>
                  <a:tcPr/>
                </a:tc>
                <a:tc>
                  <a:txBody>
                    <a:bodyPr/>
                    <a:lstStyle/>
                    <a:p>
                      <a:pPr lvl="0">
                        <a:buNone/>
                      </a:pPr>
                      <a:r>
                        <a:rPr lang="en-US" sz="1800" b="0" i="0" u="none" strike="noStrike" noProof="0">
                          <a:latin typeface="Aptos Light"/>
                        </a:rPr>
                        <a:t>Teach similarity</a:t>
                      </a:r>
                      <a:endParaRPr lang="en-US"/>
                    </a:p>
                  </a:txBody>
                  <a:tcPr/>
                </a:tc>
                <a:extLst>
                  <a:ext uri="{0D108BD9-81ED-4DB2-BD59-A6C34878D82A}">
                    <a16:rowId xmlns:a16="http://schemas.microsoft.com/office/drawing/2014/main" val="2286339461"/>
                  </a:ext>
                </a:extLst>
              </a:tr>
              <a:tr h="370840">
                <a:tc>
                  <a:txBody>
                    <a:bodyPr/>
                    <a:lstStyle/>
                    <a:p>
                      <a:pPr lvl="0">
                        <a:buNone/>
                      </a:pPr>
                      <a:r>
                        <a:rPr lang="en-US" sz="1800" b="0" i="0" u="none" strike="noStrike" noProof="0">
                          <a:latin typeface="Aptos Light"/>
                        </a:rPr>
                        <a:t>Negative</a:t>
                      </a:r>
                      <a:endParaRPr lang="en-US"/>
                    </a:p>
                  </a:txBody>
                  <a:tcPr/>
                </a:tc>
                <a:tc>
                  <a:txBody>
                    <a:bodyPr/>
                    <a:lstStyle/>
                    <a:p>
                      <a:pPr lvl="0">
                        <a:buNone/>
                      </a:pPr>
                      <a:r>
                        <a:rPr lang="en-US" sz="1800" b="0" i="0" u="none" strike="noStrike" noProof="0">
                          <a:latin typeface="Aptos Light"/>
                        </a:rPr>
                        <a:t>Ada similarity ≤ 25th percentile</a:t>
                      </a:r>
                      <a:endParaRPr lang="en-US"/>
                    </a:p>
                  </a:txBody>
                  <a:tcPr/>
                </a:tc>
                <a:tc>
                  <a:txBody>
                    <a:bodyPr/>
                    <a:lstStyle/>
                    <a:p>
                      <a:pPr lvl="0">
                        <a:buNone/>
                      </a:pPr>
                      <a:r>
                        <a:rPr lang="en-US" sz="1800" b="0" i="0" u="none" strike="noStrike" noProof="0">
                          <a:latin typeface="Aptos Light"/>
                        </a:rPr>
                        <a:t>Teach dissimilarity</a:t>
                      </a:r>
                      <a:endParaRPr lang="en-US"/>
                    </a:p>
                  </a:txBody>
                  <a:tcPr/>
                </a:tc>
                <a:extLst>
                  <a:ext uri="{0D108BD9-81ED-4DB2-BD59-A6C34878D82A}">
                    <a16:rowId xmlns:a16="http://schemas.microsoft.com/office/drawing/2014/main" val="1551581696"/>
                  </a:ext>
                </a:extLst>
              </a:tr>
            </a:tbl>
          </a:graphicData>
        </a:graphic>
      </p:graphicFrame>
    </p:spTree>
    <p:extLst>
      <p:ext uri="{BB962C8B-B14F-4D97-AF65-F5344CB8AC3E}">
        <p14:creationId xmlns:p14="http://schemas.microsoft.com/office/powerpoint/2010/main" val="2117200229"/>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B8C1D2-0D47-164D-EB49-B109B74028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F20E74-ABD8-DB5C-5EBF-5B42B9C0F698}"/>
              </a:ext>
            </a:extLst>
          </p:cNvPr>
          <p:cNvSpPr>
            <a:spLocks noGrp="1"/>
          </p:cNvSpPr>
          <p:nvPr>
            <p:ph type="title"/>
          </p:nvPr>
        </p:nvSpPr>
        <p:spPr>
          <a:xfrm>
            <a:off x="4245532" y="2697877"/>
            <a:ext cx="3700935" cy="1462245"/>
          </a:xfrm>
        </p:spPr>
        <p:txBody>
          <a:bodyPr anchor="b">
            <a:normAutofit/>
          </a:bodyPr>
          <a:lstStyle/>
          <a:p>
            <a:r>
              <a:rPr lang="en-US"/>
              <a:t>Modelling</a:t>
            </a:r>
          </a:p>
        </p:txBody>
      </p:sp>
    </p:spTree>
    <p:extLst>
      <p:ext uri="{BB962C8B-B14F-4D97-AF65-F5344CB8AC3E}">
        <p14:creationId xmlns:p14="http://schemas.microsoft.com/office/powerpoint/2010/main" val="391147674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56280-6A91-2D48-BE71-4FF4B5135F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74D465-A058-A267-A4B6-D8CFC5490D72}"/>
              </a:ext>
            </a:extLst>
          </p:cNvPr>
          <p:cNvSpPr>
            <a:spLocks noGrp="1"/>
          </p:cNvSpPr>
          <p:nvPr>
            <p:ph type="title"/>
          </p:nvPr>
        </p:nvSpPr>
        <p:spPr>
          <a:xfrm>
            <a:off x="411148" y="502920"/>
            <a:ext cx="4669536" cy="785842"/>
          </a:xfrm>
        </p:spPr>
        <p:txBody>
          <a:bodyPr anchor="t">
            <a:normAutofit/>
          </a:bodyPr>
          <a:lstStyle/>
          <a:p>
            <a:r>
              <a:rPr lang="en-US"/>
              <a:t>Baseline 1 – TF-IDF</a:t>
            </a:r>
          </a:p>
        </p:txBody>
      </p:sp>
      <p:sp>
        <p:nvSpPr>
          <p:cNvPr id="5" name="Content Placeholder 4">
            <a:extLst>
              <a:ext uri="{FF2B5EF4-FFF2-40B4-BE49-F238E27FC236}">
                <a16:creationId xmlns:a16="http://schemas.microsoft.com/office/drawing/2014/main" id="{29C8982A-0442-47C4-438B-9A0797ABD618}"/>
              </a:ext>
            </a:extLst>
          </p:cNvPr>
          <p:cNvSpPr>
            <a:spLocks noGrp="1"/>
          </p:cNvSpPr>
          <p:nvPr>
            <p:ph sz="quarter" idx="14"/>
          </p:nvPr>
        </p:nvSpPr>
        <p:spPr>
          <a:xfrm>
            <a:off x="411238" y="1047205"/>
            <a:ext cx="10926112" cy="5331776"/>
          </a:xfrm>
        </p:spPr>
        <p:txBody>
          <a:bodyPr vert="horz" lIns="91440" tIns="45720" rIns="91440" bIns="45720" rtlCol="0" anchor="t">
            <a:normAutofit/>
          </a:bodyPr>
          <a:lstStyle/>
          <a:p>
            <a:r>
              <a:rPr lang="en-US">
                <a:ea typeface="+mn-lt"/>
                <a:cs typeface="+mn-lt"/>
              </a:rPr>
              <a:t>Establishes a lower bound for performance. Any semantic model should significantly outperform pure keyword matching.</a:t>
            </a:r>
          </a:p>
          <a:p>
            <a:r>
              <a:rPr lang="en-US">
                <a:ea typeface="+mn-lt"/>
                <a:cs typeface="+mn-lt"/>
              </a:rPr>
              <a:t>A sparse, statistical approach that represents documents as weighted word vectors</a:t>
            </a:r>
            <a:endParaRPr lang="en-US"/>
          </a:p>
          <a:p>
            <a:endParaRPr lang="en-US"/>
          </a:p>
          <a:p>
            <a:endParaRPr lang="en-US"/>
          </a:p>
          <a:p>
            <a:endParaRPr lang="en-US"/>
          </a:p>
          <a:p>
            <a:endParaRPr lang="en-US"/>
          </a:p>
          <a:p>
            <a:endParaRPr lang="en-US"/>
          </a:p>
          <a:p>
            <a:endParaRPr lang="en-US"/>
          </a:p>
          <a:p>
            <a:endParaRPr lang="en-US"/>
          </a:p>
          <a:p>
            <a:r>
              <a:rPr lang="en-US">
                <a:ea typeface="+mn-lt"/>
                <a:cs typeface="+mn-lt"/>
              </a:rPr>
              <a:t>Here are the implementation details.</a:t>
            </a:r>
          </a:p>
          <a:p>
            <a:endParaRPr lang="en-US"/>
          </a:p>
        </p:txBody>
      </p:sp>
      <p:graphicFrame>
        <p:nvGraphicFramePr>
          <p:cNvPr id="3" name="Table 2">
            <a:extLst>
              <a:ext uri="{FF2B5EF4-FFF2-40B4-BE49-F238E27FC236}">
                <a16:creationId xmlns:a16="http://schemas.microsoft.com/office/drawing/2014/main" id="{D492D32E-929B-DF65-E76A-079B8893391B}"/>
              </a:ext>
            </a:extLst>
          </p:cNvPr>
          <p:cNvGraphicFramePr>
            <a:graphicFrameLocks noGrp="1"/>
          </p:cNvGraphicFramePr>
          <p:nvPr>
            <p:extLst>
              <p:ext uri="{D42A27DB-BD31-4B8C-83A1-F6EECF244321}">
                <p14:modId xmlns:p14="http://schemas.microsoft.com/office/powerpoint/2010/main" val="360300552"/>
              </p:ext>
            </p:extLst>
          </p:nvPr>
        </p:nvGraphicFramePr>
        <p:xfrm>
          <a:off x="696447" y="1818404"/>
          <a:ext cx="8168640" cy="2572758"/>
        </p:xfrm>
        <a:graphic>
          <a:graphicData uri="http://schemas.openxmlformats.org/drawingml/2006/table">
            <a:tbl>
              <a:tblPr firstRow="1" bandRow="1">
                <a:tableStyleId>{5C22544A-7EE6-4342-B048-85BDC9FD1C3A}</a:tableStyleId>
              </a:tblPr>
              <a:tblGrid>
                <a:gridCol w="2722880">
                  <a:extLst>
                    <a:ext uri="{9D8B030D-6E8A-4147-A177-3AD203B41FA5}">
                      <a16:colId xmlns:a16="http://schemas.microsoft.com/office/drawing/2014/main" val="2285021116"/>
                    </a:ext>
                  </a:extLst>
                </a:gridCol>
                <a:gridCol w="2722880">
                  <a:extLst>
                    <a:ext uri="{9D8B030D-6E8A-4147-A177-3AD203B41FA5}">
                      <a16:colId xmlns:a16="http://schemas.microsoft.com/office/drawing/2014/main" val="2897318585"/>
                    </a:ext>
                  </a:extLst>
                </a:gridCol>
                <a:gridCol w="2722880">
                  <a:extLst>
                    <a:ext uri="{9D8B030D-6E8A-4147-A177-3AD203B41FA5}">
                      <a16:colId xmlns:a16="http://schemas.microsoft.com/office/drawing/2014/main" val="1444626725"/>
                    </a:ext>
                  </a:extLst>
                </a:gridCol>
              </a:tblGrid>
              <a:tr h="378198">
                <a:tc>
                  <a:txBody>
                    <a:bodyPr/>
                    <a:lstStyle/>
                    <a:p>
                      <a:pPr lvl="0">
                        <a:buNone/>
                      </a:pPr>
                      <a:r>
                        <a:rPr lang="en-US" sz="1800" b="1" i="0" u="none" strike="noStrike" noProof="0">
                          <a:solidFill>
                            <a:schemeClr val="bg1"/>
                          </a:solidFill>
                          <a:latin typeface="Aptos Light"/>
                        </a:rPr>
                        <a:t>Component</a:t>
                      </a:r>
                    </a:p>
                  </a:txBody>
                  <a:tcPr/>
                </a:tc>
                <a:tc>
                  <a:txBody>
                    <a:bodyPr/>
                    <a:lstStyle/>
                    <a:p>
                      <a:pPr lvl="0">
                        <a:buNone/>
                      </a:pPr>
                      <a:r>
                        <a:rPr lang="en-US" sz="1800" b="1" i="0" u="none" strike="noStrike" noProof="0">
                          <a:solidFill>
                            <a:schemeClr val="bg1"/>
                          </a:solidFill>
                          <a:latin typeface="Aptos Light"/>
                        </a:rPr>
                        <a:t>Formula</a:t>
                      </a:r>
                      <a:endParaRPr lang="en-US" sz="1800">
                        <a:solidFill>
                          <a:schemeClr val="bg1"/>
                        </a:solidFill>
                      </a:endParaRPr>
                    </a:p>
                  </a:txBody>
                  <a:tcPr/>
                </a:tc>
                <a:tc>
                  <a:txBody>
                    <a:bodyPr/>
                    <a:lstStyle/>
                    <a:p>
                      <a:pPr lvl="0">
                        <a:buNone/>
                      </a:pPr>
                      <a:r>
                        <a:rPr lang="en-US" sz="1800" b="1" i="0" u="none" strike="noStrike" noProof="0">
                          <a:solidFill>
                            <a:schemeClr val="bg1"/>
                          </a:solidFill>
                          <a:latin typeface="Aptos Light"/>
                        </a:rPr>
                        <a:t>Meaning</a:t>
                      </a:r>
                    </a:p>
                  </a:txBody>
                  <a:tcPr/>
                </a:tc>
                <a:extLst>
                  <a:ext uri="{0D108BD9-81ED-4DB2-BD59-A6C34878D82A}">
                    <a16:rowId xmlns:a16="http://schemas.microsoft.com/office/drawing/2014/main" val="3734938911"/>
                  </a:ext>
                </a:extLst>
              </a:tr>
              <a:tr h="370840">
                <a:tc>
                  <a:txBody>
                    <a:bodyPr/>
                    <a:lstStyle/>
                    <a:p>
                      <a:pPr lvl="0">
                        <a:buNone/>
                      </a:pPr>
                      <a:r>
                        <a:rPr lang="en-US" sz="1800" b="0" i="0" u="none" strike="noStrike" noProof="0"/>
                        <a:t>TF</a:t>
                      </a:r>
                      <a:endParaRPr lang="en-US"/>
                    </a:p>
                  </a:txBody>
                  <a:tcPr/>
                </a:tc>
                <a:tc>
                  <a:txBody>
                    <a:bodyPr/>
                    <a:lstStyle/>
                    <a:p>
                      <a:pPr lvl="0">
                        <a:buNone/>
                      </a:pPr>
                      <a:r>
                        <a:rPr lang="en-US" sz="1800" b="0" i="0" u="none" strike="noStrike" noProof="0"/>
                        <a:t>count(term) / </a:t>
                      </a:r>
                      <a:r>
                        <a:rPr lang="en-US" sz="1800" b="0" i="0" u="none" strike="noStrike" noProof="0" err="1"/>
                        <a:t>total_terms</a:t>
                      </a:r>
                      <a:endParaRPr lang="en-US" err="1"/>
                    </a:p>
                  </a:txBody>
                  <a:tcPr/>
                </a:tc>
                <a:tc>
                  <a:txBody>
                    <a:bodyPr/>
                    <a:lstStyle/>
                    <a:p>
                      <a:pPr lvl="0">
                        <a:buNone/>
                      </a:pPr>
                      <a:r>
                        <a:rPr lang="en-US" sz="1800" b="0" i="0" u="none" strike="noStrike" noProof="0">
                          <a:latin typeface="Aptos Light"/>
                        </a:rPr>
                        <a:t>How often a word appears in this document</a:t>
                      </a:r>
                      <a:endParaRPr lang="en-US"/>
                    </a:p>
                  </a:txBody>
                  <a:tcPr/>
                </a:tc>
                <a:extLst>
                  <a:ext uri="{0D108BD9-81ED-4DB2-BD59-A6C34878D82A}">
                    <a16:rowId xmlns:a16="http://schemas.microsoft.com/office/drawing/2014/main" val="2286339461"/>
                  </a:ext>
                </a:extLst>
              </a:tr>
              <a:tr h="370840">
                <a:tc>
                  <a:txBody>
                    <a:bodyPr/>
                    <a:lstStyle/>
                    <a:p>
                      <a:pPr lvl="0">
                        <a:buNone/>
                      </a:pPr>
                      <a:r>
                        <a:rPr lang="en-US" sz="1800" b="0" i="0" u="none" strike="noStrike" noProof="0"/>
                        <a:t>IDF</a:t>
                      </a:r>
                      <a:endParaRPr lang="en-US"/>
                    </a:p>
                  </a:txBody>
                  <a:tcPr/>
                </a:tc>
                <a:tc>
                  <a:txBody>
                    <a:bodyPr/>
                    <a:lstStyle/>
                    <a:p>
                      <a:pPr lvl="0">
                        <a:buNone/>
                      </a:pPr>
                      <a:r>
                        <a:rPr lang="en-US" sz="1800" b="0" i="0" u="none" strike="noStrike" noProof="0"/>
                        <a:t>log(N / </a:t>
                      </a:r>
                      <a:r>
                        <a:rPr lang="en-US" sz="1800" b="0" i="0" u="none" strike="noStrike" noProof="0" err="1"/>
                        <a:t>docs_with_term</a:t>
                      </a:r>
                      <a:r>
                        <a:rPr lang="en-US" sz="1800" b="0" i="0" u="none" strike="noStrike" noProof="0"/>
                        <a:t>)</a:t>
                      </a:r>
                      <a:endParaRPr lang="en-US"/>
                    </a:p>
                  </a:txBody>
                  <a:tcPr/>
                </a:tc>
                <a:tc>
                  <a:txBody>
                    <a:bodyPr/>
                    <a:lstStyle/>
                    <a:p>
                      <a:pPr lvl="0">
                        <a:buNone/>
                      </a:pPr>
                      <a:r>
                        <a:rPr lang="en-US" sz="1800" b="0" i="0" u="none" strike="noStrike" noProof="0"/>
                        <a:t>How rare/important a word is across all documents</a:t>
                      </a:r>
                      <a:endParaRPr lang="en-US"/>
                    </a:p>
                  </a:txBody>
                  <a:tcPr/>
                </a:tc>
                <a:extLst>
                  <a:ext uri="{0D108BD9-81ED-4DB2-BD59-A6C34878D82A}">
                    <a16:rowId xmlns:a16="http://schemas.microsoft.com/office/drawing/2014/main" val="1551581696"/>
                  </a:ext>
                </a:extLst>
              </a:tr>
              <a:tr h="370839">
                <a:tc>
                  <a:txBody>
                    <a:bodyPr/>
                    <a:lstStyle/>
                    <a:p>
                      <a:pPr lvl="0">
                        <a:buNone/>
                      </a:pPr>
                      <a:r>
                        <a:rPr lang="en-US" sz="1800" b="0" i="0" u="none" strike="noStrike" noProof="0">
                          <a:latin typeface="Aptos Light"/>
                        </a:rPr>
                        <a:t>TF-IDF</a:t>
                      </a:r>
                      <a:endParaRPr lang="en-US"/>
                    </a:p>
                  </a:txBody>
                  <a:tcPr/>
                </a:tc>
                <a:tc>
                  <a:txBody>
                    <a:bodyPr/>
                    <a:lstStyle/>
                    <a:p>
                      <a:pPr lvl="0">
                        <a:buNone/>
                      </a:pPr>
                      <a:r>
                        <a:rPr lang="en-US" sz="1800" b="0" i="0" u="none" strike="noStrike" noProof="0">
                          <a:latin typeface="Aptos Light"/>
                        </a:rPr>
                        <a:t>TF × IDF</a:t>
                      </a:r>
                      <a:endParaRPr lang="en-US"/>
                    </a:p>
                  </a:txBody>
                  <a:tcPr/>
                </a:tc>
                <a:tc>
                  <a:txBody>
                    <a:bodyPr/>
                    <a:lstStyle/>
                    <a:p>
                      <a:pPr lvl="0">
                        <a:buNone/>
                      </a:pPr>
                      <a:r>
                        <a:rPr lang="en-US" sz="1800" b="0" i="0" u="none" strike="noStrike" noProof="0">
                          <a:latin typeface="Aptos Light"/>
                        </a:rPr>
                        <a:t>Words frequent here but rare overall get high weight</a:t>
                      </a:r>
                      <a:endParaRPr lang="en-US"/>
                    </a:p>
                  </a:txBody>
                  <a:tcPr/>
                </a:tc>
                <a:extLst>
                  <a:ext uri="{0D108BD9-81ED-4DB2-BD59-A6C34878D82A}">
                    <a16:rowId xmlns:a16="http://schemas.microsoft.com/office/drawing/2014/main" val="201311205"/>
                  </a:ext>
                </a:extLst>
              </a:tr>
            </a:tbl>
          </a:graphicData>
        </a:graphic>
      </p:graphicFrame>
      <p:graphicFrame>
        <p:nvGraphicFramePr>
          <p:cNvPr id="4" name="Table 3">
            <a:extLst>
              <a:ext uri="{FF2B5EF4-FFF2-40B4-BE49-F238E27FC236}">
                <a16:creationId xmlns:a16="http://schemas.microsoft.com/office/drawing/2014/main" id="{FC6094D2-F693-4ED1-030A-8F125170D88F}"/>
              </a:ext>
            </a:extLst>
          </p:cNvPr>
          <p:cNvGraphicFramePr>
            <a:graphicFrameLocks noGrp="1"/>
          </p:cNvGraphicFramePr>
          <p:nvPr>
            <p:extLst>
              <p:ext uri="{D42A27DB-BD31-4B8C-83A1-F6EECF244321}">
                <p14:modId xmlns:p14="http://schemas.microsoft.com/office/powerpoint/2010/main" val="504139075"/>
              </p:ext>
            </p:extLst>
          </p:nvPr>
        </p:nvGraphicFramePr>
        <p:xfrm>
          <a:off x="696447" y="4897719"/>
          <a:ext cx="8168640" cy="1483360"/>
        </p:xfrm>
        <a:graphic>
          <a:graphicData uri="http://schemas.openxmlformats.org/drawingml/2006/table">
            <a:tbl>
              <a:tblPr firstRow="1" bandRow="1">
                <a:tableStyleId>{5C22544A-7EE6-4342-B048-85BDC9FD1C3A}</a:tableStyleId>
              </a:tblPr>
              <a:tblGrid>
                <a:gridCol w="4084320">
                  <a:extLst>
                    <a:ext uri="{9D8B030D-6E8A-4147-A177-3AD203B41FA5}">
                      <a16:colId xmlns:a16="http://schemas.microsoft.com/office/drawing/2014/main" val="1442735660"/>
                    </a:ext>
                  </a:extLst>
                </a:gridCol>
                <a:gridCol w="4084320">
                  <a:extLst>
                    <a:ext uri="{9D8B030D-6E8A-4147-A177-3AD203B41FA5}">
                      <a16:colId xmlns:a16="http://schemas.microsoft.com/office/drawing/2014/main" val="2695207410"/>
                    </a:ext>
                  </a:extLst>
                </a:gridCol>
              </a:tblGrid>
              <a:tr h="370840">
                <a:tc>
                  <a:txBody>
                    <a:bodyPr/>
                    <a:lstStyle/>
                    <a:p>
                      <a:r>
                        <a:rPr lang="en-US"/>
                        <a:t>Parameter</a:t>
                      </a:r>
                    </a:p>
                  </a:txBody>
                  <a:tcPr/>
                </a:tc>
                <a:tc>
                  <a:txBody>
                    <a:bodyPr/>
                    <a:lstStyle/>
                    <a:p>
                      <a:pPr lvl="0">
                        <a:buNone/>
                      </a:pPr>
                      <a:r>
                        <a:rPr lang="en-US" sz="1800" b="0" i="0" u="none" strike="noStrike" noProof="0">
                          <a:latin typeface="Aptos Light"/>
                        </a:rPr>
                        <a:t>Value</a:t>
                      </a:r>
                      <a:endParaRPr lang="en-US"/>
                    </a:p>
                  </a:txBody>
                  <a:tcPr/>
                </a:tc>
                <a:extLst>
                  <a:ext uri="{0D108BD9-81ED-4DB2-BD59-A6C34878D82A}">
                    <a16:rowId xmlns:a16="http://schemas.microsoft.com/office/drawing/2014/main" val="1268573827"/>
                  </a:ext>
                </a:extLst>
              </a:tr>
              <a:tr h="370840">
                <a:tc>
                  <a:txBody>
                    <a:bodyPr/>
                    <a:lstStyle/>
                    <a:p>
                      <a:pPr lvl="0">
                        <a:buNone/>
                      </a:pPr>
                      <a:r>
                        <a:rPr lang="en-US" sz="1800" b="0" i="0" u="none" strike="noStrike" noProof="0">
                          <a:latin typeface="Aptos Light"/>
                        </a:rPr>
                        <a:t>Vectorizer</a:t>
                      </a:r>
                      <a:endParaRPr lang="en-US"/>
                    </a:p>
                  </a:txBody>
                  <a:tcPr/>
                </a:tc>
                <a:tc>
                  <a:txBody>
                    <a:bodyPr/>
                    <a:lstStyle/>
                    <a:p>
                      <a:pPr lvl="0">
                        <a:buNone/>
                      </a:pPr>
                      <a:r>
                        <a:rPr lang="en-US" sz="1800" b="0" i="0" u="none" strike="noStrike" noProof="0" err="1">
                          <a:latin typeface="Aptos Light"/>
                        </a:rPr>
                        <a:t>TfidfVectorizer</a:t>
                      </a:r>
                      <a:r>
                        <a:rPr lang="en-US" sz="1800" b="0" i="0" u="none" strike="noStrike" noProof="0">
                          <a:latin typeface="Aptos Light"/>
                        </a:rPr>
                        <a:t> (scikit-learn)</a:t>
                      </a:r>
                      <a:endParaRPr lang="en-US"/>
                    </a:p>
                  </a:txBody>
                  <a:tcPr/>
                </a:tc>
                <a:extLst>
                  <a:ext uri="{0D108BD9-81ED-4DB2-BD59-A6C34878D82A}">
                    <a16:rowId xmlns:a16="http://schemas.microsoft.com/office/drawing/2014/main" val="2762032272"/>
                  </a:ext>
                </a:extLst>
              </a:tr>
              <a:tr h="370840">
                <a:tc>
                  <a:txBody>
                    <a:bodyPr/>
                    <a:lstStyle/>
                    <a:p>
                      <a:pPr lvl="0">
                        <a:buNone/>
                      </a:pPr>
                      <a:r>
                        <a:rPr lang="en-US" sz="1800" b="0" i="0" u="none" strike="noStrike" noProof="0">
                          <a:latin typeface="Aptos Light"/>
                        </a:rPr>
                        <a:t>Dimensions</a:t>
                      </a:r>
                      <a:endParaRPr lang="en-US"/>
                    </a:p>
                  </a:txBody>
                  <a:tcPr/>
                </a:tc>
                <a:tc>
                  <a:txBody>
                    <a:bodyPr/>
                    <a:lstStyle/>
                    <a:p>
                      <a:pPr lvl="0">
                        <a:buNone/>
                      </a:pPr>
                      <a:r>
                        <a:rPr lang="en-US" sz="1800" b="0" i="0" u="none" strike="noStrike" noProof="0">
                          <a:latin typeface="Aptos Light"/>
                        </a:rPr>
                        <a:t>~50,000 (vocabulary size)</a:t>
                      </a:r>
                      <a:endParaRPr lang="en-US"/>
                    </a:p>
                  </a:txBody>
                  <a:tcPr/>
                </a:tc>
                <a:extLst>
                  <a:ext uri="{0D108BD9-81ED-4DB2-BD59-A6C34878D82A}">
                    <a16:rowId xmlns:a16="http://schemas.microsoft.com/office/drawing/2014/main" val="1316113900"/>
                  </a:ext>
                </a:extLst>
              </a:tr>
              <a:tr h="370840">
                <a:tc>
                  <a:txBody>
                    <a:bodyPr/>
                    <a:lstStyle/>
                    <a:p>
                      <a:pPr lvl="0">
                        <a:buNone/>
                      </a:pPr>
                      <a:r>
                        <a:rPr lang="en-US" sz="1800" b="0" i="0" u="none" strike="noStrike" noProof="0">
                          <a:latin typeface="Aptos Light"/>
                        </a:rPr>
                        <a:t>Similarity</a:t>
                      </a:r>
                      <a:endParaRPr lang="en-US"/>
                    </a:p>
                  </a:txBody>
                  <a:tcPr/>
                </a:tc>
                <a:tc>
                  <a:txBody>
                    <a:bodyPr/>
                    <a:lstStyle/>
                    <a:p>
                      <a:pPr lvl="0">
                        <a:buNone/>
                      </a:pPr>
                      <a:r>
                        <a:rPr lang="en-US" sz="1800" b="0" i="0" u="none" strike="noStrike" noProof="0">
                          <a:latin typeface="Aptos Light"/>
                        </a:rPr>
                        <a:t>Cosine similarity</a:t>
                      </a:r>
                      <a:endParaRPr lang="en-US"/>
                    </a:p>
                  </a:txBody>
                  <a:tcPr/>
                </a:tc>
                <a:extLst>
                  <a:ext uri="{0D108BD9-81ED-4DB2-BD59-A6C34878D82A}">
                    <a16:rowId xmlns:a16="http://schemas.microsoft.com/office/drawing/2014/main" val="566881685"/>
                  </a:ext>
                </a:extLst>
              </a:tr>
            </a:tbl>
          </a:graphicData>
        </a:graphic>
      </p:graphicFrame>
    </p:spTree>
    <p:extLst>
      <p:ext uri="{BB962C8B-B14F-4D97-AF65-F5344CB8AC3E}">
        <p14:creationId xmlns:p14="http://schemas.microsoft.com/office/powerpoint/2010/main" val="569094863"/>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14313-1D87-62C9-67CE-2D55029DF3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DF3D58-ADB3-0FFE-054C-B468DDCA0859}"/>
              </a:ext>
            </a:extLst>
          </p:cNvPr>
          <p:cNvSpPr>
            <a:spLocks noGrp="1"/>
          </p:cNvSpPr>
          <p:nvPr>
            <p:ph type="title"/>
          </p:nvPr>
        </p:nvSpPr>
        <p:spPr>
          <a:xfrm>
            <a:off x="411148" y="502920"/>
            <a:ext cx="4669536" cy="524884"/>
          </a:xfrm>
        </p:spPr>
        <p:txBody>
          <a:bodyPr anchor="t">
            <a:normAutofit/>
          </a:bodyPr>
          <a:lstStyle/>
          <a:p>
            <a:r>
              <a:rPr lang="en-US"/>
              <a:t>Baseline 2 – </a:t>
            </a:r>
            <a:r>
              <a:rPr lang="en-US">
                <a:ea typeface="+mj-lt"/>
                <a:cs typeface="+mj-lt"/>
              </a:rPr>
              <a:t>all-minilm-l6-v2</a:t>
            </a:r>
            <a:endParaRPr lang="en-US"/>
          </a:p>
        </p:txBody>
      </p:sp>
      <p:sp>
        <p:nvSpPr>
          <p:cNvPr id="5" name="Content Placeholder 4">
            <a:extLst>
              <a:ext uri="{FF2B5EF4-FFF2-40B4-BE49-F238E27FC236}">
                <a16:creationId xmlns:a16="http://schemas.microsoft.com/office/drawing/2014/main" id="{04973319-9181-A666-243D-C438710B1D78}"/>
              </a:ext>
            </a:extLst>
          </p:cNvPr>
          <p:cNvSpPr>
            <a:spLocks noGrp="1"/>
          </p:cNvSpPr>
          <p:nvPr>
            <p:ph sz="quarter" idx="14"/>
          </p:nvPr>
        </p:nvSpPr>
        <p:spPr>
          <a:xfrm>
            <a:off x="411238" y="1047205"/>
            <a:ext cx="10926112" cy="5331776"/>
          </a:xfrm>
        </p:spPr>
        <p:txBody>
          <a:bodyPr vert="horz" lIns="91440" tIns="45720" rIns="91440" bIns="45720" rtlCol="0" anchor="t">
            <a:normAutofit/>
          </a:bodyPr>
          <a:lstStyle/>
          <a:p>
            <a:r>
              <a:rPr lang="en-US">
                <a:ea typeface="+mn-lt"/>
                <a:cs typeface="+mn-lt"/>
              </a:rPr>
              <a:t>A pre-trained Sentence Transformer model optimized for semantic similarity tasks. 22M parameters, 6 layers, 384 embedding dimension.</a:t>
            </a:r>
            <a:endParaRPr lang="en-US"/>
          </a:p>
          <a:p>
            <a:r>
              <a:rPr lang="en-US"/>
              <a:t>How it works ?</a:t>
            </a:r>
          </a:p>
          <a:p>
            <a:endParaRPr lang="en-US"/>
          </a:p>
          <a:p>
            <a:endParaRPr lang="en-US"/>
          </a:p>
          <a:p>
            <a:endParaRPr lang="en-US"/>
          </a:p>
          <a:p>
            <a:endParaRPr lang="en-US"/>
          </a:p>
          <a:p>
            <a:endParaRPr lang="en-US"/>
          </a:p>
          <a:p>
            <a:endParaRPr lang="en-US"/>
          </a:p>
          <a:p>
            <a:endParaRPr lang="en-US"/>
          </a:p>
          <a:p>
            <a:endParaRPr lang="en-US"/>
          </a:p>
          <a:p>
            <a:endParaRPr lang="en-US"/>
          </a:p>
          <a:p>
            <a:endParaRPr lang="en-US"/>
          </a:p>
          <a:p>
            <a:r>
              <a:rPr lang="en-US">
                <a:ea typeface="+mn-lt"/>
                <a:cs typeface="+mn-lt"/>
              </a:rPr>
              <a:t>Establishes the pre-training baseline. Shows what general semantic understanding achieves before domain-specific fine-tuning with Ada-002 knowledge distillation.</a:t>
            </a:r>
            <a:endParaRPr lang="en-US"/>
          </a:p>
          <a:p>
            <a:endParaRPr lang="en-US"/>
          </a:p>
          <a:p>
            <a:endParaRPr lang="en-US"/>
          </a:p>
          <a:p>
            <a:endParaRPr lang="en-US"/>
          </a:p>
          <a:p>
            <a:endParaRPr lang="en-US"/>
          </a:p>
          <a:p>
            <a:endParaRPr lang="en-US"/>
          </a:p>
          <a:p>
            <a:endParaRPr lang="en-US"/>
          </a:p>
          <a:p>
            <a:endParaRPr lang="en-US"/>
          </a:p>
        </p:txBody>
      </p:sp>
      <p:graphicFrame>
        <p:nvGraphicFramePr>
          <p:cNvPr id="3" name="Table 2">
            <a:extLst>
              <a:ext uri="{FF2B5EF4-FFF2-40B4-BE49-F238E27FC236}">
                <a16:creationId xmlns:a16="http://schemas.microsoft.com/office/drawing/2014/main" id="{8B2B4E25-20F8-305D-0140-3DC966490CB0}"/>
              </a:ext>
            </a:extLst>
          </p:cNvPr>
          <p:cNvGraphicFramePr>
            <a:graphicFrameLocks noGrp="1"/>
          </p:cNvGraphicFramePr>
          <p:nvPr>
            <p:extLst>
              <p:ext uri="{D42A27DB-BD31-4B8C-83A1-F6EECF244321}">
                <p14:modId xmlns:p14="http://schemas.microsoft.com/office/powerpoint/2010/main" val="1308786732"/>
              </p:ext>
            </p:extLst>
          </p:nvPr>
        </p:nvGraphicFramePr>
        <p:xfrm>
          <a:off x="654694" y="1818403"/>
          <a:ext cx="5445760" cy="3487158"/>
        </p:xfrm>
        <a:graphic>
          <a:graphicData uri="http://schemas.openxmlformats.org/drawingml/2006/table">
            <a:tbl>
              <a:tblPr firstRow="1" bandRow="1">
                <a:tableStyleId>{5C22544A-7EE6-4342-B048-85BDC9FD1C3A}</a:tableStyleId>
              </a:tblPr>
              <a:tblGrid>
                <a:gridCol w="2722880">
                  <a:extLst>
                    <a:ext uri="{9D8B030D-6E8A-4147-A177-3AD203B41FA5}">
                      <a16:colId xmlns:a16="http://schemas.microsoft.com/office/drawing/2014/main" val="2285021116"/>
                    </a:ext>
                  </a:extLst>
                </a:gridCol>
                <a:gridCol w="2722880">
                  <a:extLst>
                    <a:ext uri="{9D8B030D-6E8A-4147-A177-3AD203B41FA5}">
                      <a16:colId xmlns:a16="http://schemas.microsoft.com/office/drawing/2014/main" val="2897318585"/>
                    </a:ext>
                  </a:extLst>
                </a:gridCol>
              </a:tblGrid>
              <a:tr h="378198">
                <a:tc>
                  <a:txBody>
                    <a:bodyPr/>
                    <a:lstStyle/>
                    <a:p>
                      <a:pPr lvl="0">
                        <a:buNone/>
                      </a:pPr>
                      <a:r>
                        <a:rPr lang="en-US" sz="1800" b="1" i="0" u="none" strike="noStrike" noProof="0">
                          <a:solidFill>
                            <a:schemeClr val="bg1"/>
                          </a:solidFill>
                          <a:latin typeface="Aptos Light"/>
                        </a:rPr>
                        <a:t>Step</a:t>
                      </a:r>
                    </a:p>
                  </a:txBody>
                  <a:tcPr/>
                </a:tc>
                <a:tc>
                  <a:txBody>
                    <a:bodyPr/>
                    <a:lstStyle/>
                    <a:p>
                      <a:pPr lvl="0">
                        <a:buNone/>
                      </a:pPr>
                      <a:r>
                        <a:rPr lang="en-US" sz="1800" b="1" i="0" u="none" strike="noStrike" noProof="0">
                          <a:solidFill>
                            <a:schemeClr val="bg1"/>
                          </a:solidFill>
                          <a:latin typeface="Aptos Light"/>
                        </a:rPr>
                        <a:t>Description</a:t>
                      </a:r>
                    </a:p>
                  </a:txBody>
                  <a:tcPr/>
                </a:tc>
                <a:extLst>
                  <a:ext uri="{0D108BD9-81ED-4DB2-BD59-A6C34878D82A}">
                    <a16:rowId xmlns:a16="http://schemas.microsoft.com/office/drawing/2014/main" val="3734938911"/>
                  </a:ext>
                </a:extLst>
              </a:tr>
              <a:tr h="370840">
                <a:tc>
                  <a:txBody>
                    <a:bodyPr/>
                    <a:lstStyle/>
                    <a:p>
                      <a:pPr lvl="0">
                        <a:buNone/>
                      </a:pPr>
                      <a:r>
                        <a:rPr lang="en-US" sz="1800" b="0" i="0" u="none" strike="noStrike" noProof="0"/>
                        <a:t>Tokenization</a:t>
                      </a:r>
                      <a:endParaRPr lang="en-US"/>
                    </a:p>
                  </a:txBody>
                  <a:tcPr/>
                </a:tc>
                <a:tc>
                  <a:txBody>
                    <a:bodyPr/>
                    <a:lstStyle/>
                    <a:p>
                      <a:pPr lvl="0">
                        <a:buNone/>
                      </a:pPr>
                      <a:r>
                        <a:rPr lang="en-US" sz="1800" b="0" i="0" u="none" strike="noStrike" noProof="0" err="1"/>
                        <a:t>WordPiece</a:t>
                      </a:r>
                      <a:r>
                        <a:rPr lang="en-US" sz="1800" b="0" i="0" u="none" strike="noStrike" noProof="0"/>
                        <a:t> tokenizer splits text into </a:t>
                      </a:r>
                      <a:r>
                        <a:rPr lang="en-US" sz="1800" b="0" i="0" u="none" strike="noStrike" noProof="0" err="1"/>
                        <a:t>subwords</a:t>
                      </a:r>
                      <a:endParaRPr lang="en-US" err="1"/>
                    </a:p>
                  </a:txBody>
                  <a:tcPr/>
                </a:tc>
                <a:extLst>
                  <a:ext uri="{0D108BD9-81ED-4DB2-BD59-A6C34878D82A}">
                    <a16:rowId xmlns:a16="http://schemas.microsoft.com/office/drawing/2014/main" val="2286339461"/>
                  </a:ext>
                </a:extLst>
              </a:tr>
              <a:tr h="370840">
                <a:tc>
                  <a:txBody>
                    <a:bodyPr/>
                    <a:lstStyle/>
                    <a:p>
                      <a:pPr lvl="0">
                        <a:buNone/>
                      </a:pPr>
                      <a:r>
                        <a:rPr lang="en-US" sz="1800" b="0" i="0" u="none" strike="noStrike" noProof="0"/>
                        <a:t>Encoding</a:t>
                      </a:r>
                      <a:endParaRPr lang="en-US"/>
                    </a:p>
                  </a:txBody>
                  <a:tcPr/>
                </a:tc>
                <a:tc>
                  <a:txBody>
                    <a:bodyPr/>
                    <a:lstStyle/>
                    <a:p>
                      <a:pPr lvl="0">
                        <a:buNone/>
                      </a:pPr>
                      <a:r>
                        <a:rPr lang="en-US" sz="1800" b="0" i="0" u="none" strike="noStrike" noProof="0"/>
                        <a:t>6 transformer layers capture contextual relationships</a:t>
                      </a:r>
                      <a:endParaRPr lang="en-US"/>
                    </a:p>
                  </a:txBody>
                  <a:tcPr/>
                </a:tc>
                <a:extLst>
                  <a:ext uri="{0D108BD9-81ED-4DB2-BD59-A6C34878D82A}">
                    <a16:rowId xmlns:a16="http://schemas.microsoft.com/office/drawing/2014/main" val="1551581696"/>
                  </a:ext>
                </a:extLst>
              </a:tr>
              <a:tr h="370839">
                <a:tc>
                  <a:txBody>
                    <a:bodyPr/>
                    <a:lstStyle/>
                    <a:p>
                      <a:pPr lvl="0">
                        <a:buNone/>
                      </a:pPr>
                      <a:r>
                        <a:rPr lang="en-US" sz="1800" b="0" i="0" u="none" strike="noStrike" noProof="0">
                          <a:latin typeface="Aptos Light"/>
                        </a:rPr>
                        <a:t>Pooling  </a:t>
                      </a:r>
                    </a:p>
                  </a:txBody>
                  <a:tcPr/>
                </a:tc>
                <a:tc>
                  <a:txBody>
                    <a:bodyPr/>
                    <a:lstStyle/>
                    <a:p>
                      <a:pPr lvl="0" algn="l">
                        <a:lnSpc>
                          <a:spcPct val="100000"/>
                        </a:lnSpc>
                        <a:spcBef>
                          <a:spcPts val="0"/>
                        </a:spcBef>
                        <a:spcAft>
                          <a:spcPts val="0"/>
                        </a:spcAft>
                        <a:buNone/>
                      </a:pPr>
                      <a:r>
                        <a:rPr lang="en-US" sz="1800" b="0" i="0" u="none" strike="noStrike" noProof="0">
                          <a:solidFill>
                            <a:srgbClr val="131313"/>
                          </a:solidFill>
                          <a:latin typeface="Aptos Light"/>
                        </a:rPr>
                        <a:t>Mean of all token embeddings. Single Vector.</a:t>
                      </a:r>
                    </a:p>
                  </a:txBody>
                  <a:tcPr/>
                </a:tc>
                <a:extLst>
                  <a:ext uri="{0D108BD9-81ED-4DB2-BD59-A6C34878D82A}">
                    <a16:rowId xmlns:a16="http://schemas.microsoft.com/office/drawing/2014/main" val="201311205"/>
                  </a:ext>
                </a:extLst>
              </a:tr>
              <a:tr h="370838">
                <a:tc>
                  <a:txBody>
                    <a:bodyPr/>
                    <a:lstStyle/>
                    <a:p>
                      <a:pPr lvl="0">
                        <a:buNone/>
                      </a:pPr>
                      <a:r>
                        <a:rPr lang="en-US" sz="1800" b="0" i="0" u="none" strike="noStrike" noProof="0"/>
                        <a:t>Similarity</a:t>
                      </a:r>
                      <a:endParaRPr lang="en-US"/>
                    </a:p>
                  </a:txBody>
                  <a:tcPr/>
                </a:tc>
                <a:tc>
                  <a:txBody>
                    <a:bodyPr/>
                    <a:lstStyle/>
                    <a:p>
                      <a:pPr lvl="0" algn="l">
                        <a:lnSpc>
                          <a:spcPct val="100000"/>
                        </a:lnSpc>
                        <a:spcBef>
                          <a:spcPts val="0"/>
                        </a:spcBef>
                        <a:spcAft>
                          <a:spcPts val="0"/>
                        </a:spcAft>
                        <a:buNone/>
                      </a:pPr>
                      <a:r>
                        <a:rPr lang="en-US" sz="1800" b="0" i="0" u="none" strike="noStrike" noProof="0">
                          <a:solidFill>
                            <a:srgbClr val="131313"/>
                          </a:solidFill>
                        </a:rPr>
                        <a:t>Cosine similarity between vectors</a:t>
                      </a:r>
                      <a:endParaRPr lang="en-US"/>
                    </a:p>
                  </a:txBody>
                  <a:tcPr/>
                </a:tc>
                <a:extLst>
                  <a:ext uri="{0D108BD9-81ED-4DB2-BD59-A6C34878D82A}">
                    <a16:rowId xmlns:a16="http://schemas.microsoft.com/office/drawing/2014/main" val="3457513436"/>
                  </a:ext>
                </a:extLst>
              </a:tr>
            </a:tbl>
          </a:graphicData>
        </a:graphic>
      </p:graphicFrame>
    </p:spTree>
    <p:extLst>
      <p:ext uri="{BB962C8B-B14F-4D97-AF65-F5344CB8AC3E}">
        <p14:creationId xmlns:p14="http://schemas.microsoft.com/office/powerpoint/2010/main" val="1554603982"/>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C18C1-09FC-7E64-ACF3-4EDED827F2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29EC39-9C44-D431-14E5-A089697E2329}"/>
              </a:ext>
            </a:extLst>
          </p:cNvPr>
          <p:cNvSpPr>
            <a:spLocks noGrp="1"/>
          </p:cNvSpPr>
          <p:nvPr>
            <p:ph type="title"/>
          </p:nvPr>
        </p:nvSpPr>
        <p:spPr>
          <a:xfrm>
            <a:off x="411148" y="469790"/>
            <a:ext cx="8733535" cy="579495"/>
          </a:xfrm>
        </p:spPr>
        <p:txBody>
          <a:bodyPr anchor="t">
            <a:normAutofit/>
          </a:bodyPr>
          <a:lstStyle/>
          <a:p>
            <a:r>
              <a:rPr lang="en-US"/>
              <a:t>Finetuning  </a:t>
            </a:r>
            <a:r>
              <a:rPr lang="en-US">
                <a:ea typeface="+mj-lt"/>
                <a:cs typeface="+mj-lt"/>
              </a:rPr>
              <a:t>all-minilm-l6-v2 – ada-002 distillation</a:t>
            </a:r>
            <a:endParaRPr lang="en-US"/>
          </a:p>
        </p:txBody>
      </p:sp>
      <p:sp>
        <p:nvSpPr>
          <p:cNvPr id="5" name="Content Placeholder 4">
            <a:extLst>
              <a:ext uri="{FF2B5EF4-FFF2-40B4-BE49-F238E27FC236}">
                <a16:creationId xmlns:a16="http://schemas.microsoft.com/office/drawing/2014/main" id="{7B94E9A5-7D97-0041-1375-0D1E18120A01}"/>
              </a:ext>
            </a:extLst>
          </p:cNvPr>
          <p:cNvSpPr>
            <a:spLocks noGrp="1"/>
          </p:cNvSpPr>
          <p:nvPr>
            <p:ph sz="quarter" idx="14"/>
          </p:nvPr>
        </p:nvSpPr>
        <p:spPr>
          <a:xfrm>
            <a:off x="411238" y="1047205"/>
            <a:ext cx="10926112" cy="5331776"/>
          </a:xfrm>
        </p:spPr>
        <p:txBody>
          <a:bodyPr vert="horz" lIns="91440" tIns="45720" rIns="91440" bIns="45720" rtlCol="0" anchor="t">
            <a:normAutofit/>
          </a:bodyPr>
          <a:lstStyle/>
          <a:p>
            <a:r>
              <a:rPr lang="en-US">
                <a:ea typeface="+mn-lt"/>
                <a:cs typeface="+mn-lt"/>
              </a:rPr>
              <a:t>Transfer Ada-002's semantic understanding to a lightweight model that runs free at inference time.</a:t>
            </a:r>
          </a:p>
          <a:p>
            <a:endParaRPr lang="en-US"/>
          </a:p>
          <a:p>
            <a:endParaRPr lang="en-US"/>
          </a:p>
          <a:p>
            <a:endParaRPr lang="en-US"/>
          </a:p>
          <a:p>
            <a:r>
              <a:rPr lang="en-US"/>
              <a:t>Training configurations.</a:t>
            </a:r>
          </a:p>
          <a:p>
            <a:endParaRPr lang="en-US"/>
          </a:p>
          <a:p>
            <a:endParaRPr lang="en-US"/>
          </a:p>
        </p:txBody>
      </p:sp>
      <p:graphicFrame>
        <p:nvGraphicFramePr>
          <p:cNvPr id="4" name="Table 3">
            <a:extLst>
              <a:ext uri="{FF2B5EF4-FFF2-40B4-BE49-F238E27FC236}">
                <a16:creationId xmlns:a16="http://schemas.microsoft.com/office/drawing/2014/main" id="{2DC6628C-0AA3-B6EF-110B-41BEA463928E}"/>
              </a:ext>
            </a:extLst>
          </p:cNvPr>
          <p:cNvGraphicFramePr>
            <a:graphicFrameLocks noGrp="1"/>
          </p:cNvGraphicFramePr>
          <p:nvPr>
            <p:extLst>
              <p:ext uri="{D42A27DB-BD31-4B8C-83A1-F6EECF244321}">
                <p14:modId xmlns:p14="http://schemas.microsoft.com/office/powerpoint/2010/main" val="1083598033"/>
              </p:ext>
            </p:extLst>
          </p:nvPr>
        </p:nvGraphicFramePr>
        <p:xfrm>
          <a:off x="748639" y="1390431"/>
          <a:ext cx="8168640" cy="1112520"/>
        </p:xfrm>
        <a:graphic>
          <a:graphicData uri="http://schemas.openxmlformats.org/drawingml/2006/table">
            <a:tbl>
              <a:tblPr firstRow="1" bandRow="1">
                <a:tableStyleId>{5C22544A-7EE6-4342-B048-85BDC9FD1C3A}</a:tableStyleId>
              </a:tblPr>
              <a:tblGrid>
                <a:gridCol w="2722880">
                  <a:extLst>
                    <a:ext uri="{9D8B030D-6E8A-4147-A177-3AD203B41FA5}">
                      <a16:colId xmlns:a16="http://schemas.microsoft.com/office/drawing/2014/main" val="744714996"/>
                    </a:ext>
                  </a:extLst>
                </a:gridCol>
                <a:gridCol w="2722880">
                  <a:extLst>
                    <a:ext uri="{9D8B030D-6E8A-4147-A177-3AD203B41FA5}">
                      <a16:colId xmlns:a16="http://schemas.microsoft.com/office/drawing/2014/main" val="1606246798"/>
                    </a:ext>
                  </a:extLst>
                </a:gridCol>
                <a:gridCol w="2722880">
                  <a:extLst>
                    <a:ext uri="{9D8B030D-6E8A-4147-A177-3AD203B41FA5}">
                      <a16:colId xmlns:a16="http://schemas.microsoft.com/office/drawing/2014/main" val="3883509735"/>
                    </a:ext>
                  </a:extLst>
                </a:gridCol>
              </a:tblGrid>
              <a:tr h="370840">
                <a:tc>
                  <a:txBody>
                    <a:bodyPr/>
                    <a:lstStyle/>
                    <a:p>
                      <a:pPr lvl="0">
                        <a:buNone/>
                      </a:pPr>
                      <a:r>
                        <a:rPr lang="en-US" sz="1200" b="0" i="0" u="none" strike="noStrike" noProof="0">
                          <a:latin typeface="Aptos Light"/>
                        </a:rPr>
                        <a:t>Role</a:t>
                      </a:r>
                      <a:endParaRPr lang="en-US" sz="1200"/>
                    </a:p>
                  </a:txBody>
                  <a:tcPr/>
                </a:tc>
                <a:tc>
                  <a:txBody>
                    <a:bodyPr/>
                    <a:lstStyle/>
                    <a:p>
                      <a:pPr lvl="0">
                        <a:buNone/>
                      </a:pPr>
                      <a:r>
                        <a:rPr lang="en-US" sz="1200" b="0" i="0" u="none" strike="noStrike" noProof="0">
                          <a:latin typeface="Aptos Light"/>
                        </a:rPr>
                        <a:t>Model</a:t>
                      </a:r>
                      <a:endParaRPr lang="en-US" sz="1200"/>
                    </a:p>
                  </a:txBody>
                  <a:tcPr/>
                </a:tc>
                <a:tc>
                  <a:txBody>
                    <a:bodyPr/>
                    <a:lstStyle/>
                    <a:p>
                      <a:pPr lvl="0">
                        <a:buNone/>
                      </a:pPr>
                      <a:r>
                        <a:rPr lang="en-US" sz="1200" b="0" i="0" u="none" strike="noStrike" noProof="0">
                          <a:latin typeface="Aptos Light"/>
                        </a:rPr>
                        <a:t>Cost</a:t>
                      </a:r>
                      <a:endParaRPr lang="en-US" sz="1200"/>
                    </a:p>
                  </a:txBody>
                  <a:tcPr/>
                </a:tc>
                <a:extLst>
                  <a:ext uri="{0D108BD9-81ED-4DB2-BD59-A6C34878D82A}">
                    <a16:rowId xmlns:a16="http://schemas.microsoft.com/office/drawing/2014/main" val="508692354"/>
                  </a:ext>
                </a:extLst>
              </a:tr>
              <a:tr h="370840">
                <a:tc>
                  <a:txBody>
                    <a:bodyPr/>
                    <a:lstStyle/>
                    <a:p>
                      <a:pPr lvl="0">
                        <a:buNone/>
                      </a:pPr>
                      <a:r>
                        <a:rPr lang="en-US" sz="1200" b="0" i="0" u="none" strike="noStrike" noProof="0">
                          <a:latin typeface="Aptos Light"/>
                        </a:rPr>
                        <a:t>Teacher</a:t>
                      </a:r>
                      <a:endParaRPr lang="en-US" sz="1200"/>
                    </a:p>
                  </a:txBody>
                  <a:tcPr/>
                </a:tc>
                <a:tc>
                  <a:txBody>
                    <a:bodyPr/>
                    <a:lstStyle/>
                    <a:p>
                      <a:pPr lvl="0">
                        <a:buNone/>
                      </a:pPr>
                      <a:r>
                        <a:rPr lang="en-US" sz="1200" b="0" i="0" u="none" strike="noStrike" noProof="0">
                          <a:latin typeface="Aptos Light"/>
                        </a:rPr>
                        <a:t>text-embedding-ada-002 </a:t>
                      </a:r>
                      <a:r>
                        <a:rPr lang="en-US" sz="1200" b="0" i="0" u="none" strike="noStrike" noProof="0"/>
                        <a:t>(1536-d)</a:t>
                      </a:r>
                      <a:endParaRPr lang="en-US" sz="1200"/>
                    </a:p>
                  </a:txBody>
                  <a:tcPr/>
                </a:tc>
                <a:tc>
                  <a:txBody>
                    <a:bodyPr/>
                    <a:lstStyle/>
                    <a:p>
                      <a:pPr lvl="0">
                        <a:buNone/>
                      </a:pPr>
                      <a:r>
                        <a:rPr lang="en-US" sz="1200" b="0" i="0" u="none" strike="noStrike" noProof="0">
                          <a:latin typeface="Aptos Light"/>
                        </a:rPr>
                        <a:t>$0.0001/1K tokens</a:t>
                      </a:r>
                      <a:endParaRPr lang="en-US" sz="1200"/>
                    </a:p>
                  </a:txBody>
                  <a:tcPr/>
                </a:tc>
                <a:extLst>
                  <a:ext uri="{0D108BD9-81ED-4DB2-BD59-A6C34878D82A}">
                    <a16:rowId xmlns:a16="http://schemas.microsoft.com/office/drawing/2014/main" val="133391296"/>
                  </a:ext>
                </a:extLst>
              </a:tr>
              <a:tr h="370840">
                <a:tc>
                  <a:txBody>
                    <a:bodyPr/>
                    <a:lstStyle/>
                    <a:p>
                      <a:pPr lvl="0">
                        <a:buNone/>
                      </a:pPr>
                      <a:r>
                        <a:rPr lang="en-US" sz="1200" b="0" i="0" u="none" strike="noStrike" noProof="0">
                          <a:latin typeface="Aptos Light"/>
                        </a:rPr>
                        <a:t>Student</a:t>
                      </a:r>
                      <a:endParaRPr lang="en-US" sz="1200"/>
                    </a:p>
                  </a:txBody>
                  <a:tcPr/>
                </a:tc>
                <a:tc>
                  <a:txBody>
                    <a:bodyPr/>
                    <a:lstStyle/>
                    <a:p>
                      <a:pPr lvl="0">
                        <a:buNone/>
                      </a:pPr>
                      <a:r>
                        <a:rPr lang="en-US" sz="1200" b="0" i="0" u="none" strike="noStrike" noProof="0">
                          <a:latin typeface="Aptos Light"/>
                        </a:rPr>
                        <a:t>all-MiniLM-L6-v2 (384-d)</a:t>
                      </a:r>
                      <a:endParaRPr lang="en-US" sz="1200"/>
                    </a:p>
                  </a:txBody>
                  <a:tcPr/>
                </a:tc>
                <a:tc>
                  <a:txBody>
                    <a:bodyPr/>
                    <a:lstStyle/>
                    <a:p>
                      <a:pPr lvl="0">
                        <a:buNone/>
                      </a:pPr>
                      <a:r>
                        <a:rPr lang="en-US" sz="1200" b="0" i="0" u="none" strike="noStrike" noProof="0">
                          <a:latin typeface="Aptos Light"/>
                        </a:rPr>
                        <a:t>Free (local inference)</a:t>
                      </a:r>
                      <a:endParaRPr lang="en-US" sz="1200"/>
                    </a:p>
                  </a:txBody>
                  <a:tcPr/>
                </a:tc>
                <a:extLst>
                  <a:ext uri="{0D108BD9-81ED-4DB2-BD59-A6C34878D82A}">
                    <a16:rowId xmlns:a16="http://schemas.microsoft.com/office/drawing/2014/main" val="3869654732"/>
                  </a:ext>
                </a:extLst>
              </a:tr>
            </a:tbl>
          </a:graphicData>
        </a:graphic>
      </p:graphicFrame>
      <p:graphicFrame>
        <p:nvGraphicFramePr>
          <p:cNvPr id="6" name="Table 5">
            <a:extLst>
              <a:ext uri="{FF2B5EF4-FFF2-40B4-BE49-F238E27FC236}">
                <a16:creationId xmlns:a16="http://schemas.microsoft.com/office/drawing/2014/main" id="{CE9FEA23-DC61-15FC-2DBC-37269C8CABC9}"/>
              </a:ext>
            </a:extLst>
          </p:cNvPr>
          <p:cNvGraphicFramePr>
            <a:graphicFrameLocks noGrp="1"/>
          </p:cNvGraphicFramePr>
          <p:nvPr>
            <p:extLst>
              <p:ext uri="{D42A27DB-BD31-4B8C-83A1-F6EECF244321}">
                <p14:modId xmlns:p14="http://schemas.microsoft.com/office/powerpoint/2010/main" val="3776973752"/>
              </p:ext>
            </p:extLst>
          </p:nvPr>
        </p:nvGraphicFramePr>
        <p:xfrm>
          <a:off x="748639" y="2872678"/>
          <a:ext cx="8168640" cy="3794754"/>
        </p:xfrm>
        <a:graphic>
          <a:graphicData uri="http://schemas.openxmlformats.org/drawingml/2006/table">
            <a:tbl>
              <a:tblPr firstRow="1" bandRow="1">
                <a:tableStyleId>{5C22544A-7EE6-4342-B048-85BDC9FD1C3A}</a:tableStyleId>
              </a:tblPr>
              <a:tblGrid>
                <a:gridCol w="4084320">
                  <a:extLst>
                    <a:ext uri="{9D8B030D-6E8A-4147-A177-3AD203B41FA5}">
                      <a16:colId xmlns:a16="http://schemas.microsoft.com/office/drawing/2014/main" val="1586408683"/>
                    </a:ext>
                  </a:extLst>
                </a:gridCol>
                <a:gridCol w="4084320">
                  <a:extLst>
                    <a:ext uri="{9D8B030D-6E8A-4147-A177-3AD203B41FA5}">
                      <a16:colId xmlns:a16="http://schemas.microsoft.com/office/drawing/2014/main" val="4137089491"/>
                    </a:ext>
                  </a:extLst>
                </a:gridCol>
              </a:tblGrid>
              <a:tr h="370840">
                <a:tc>
                  <a:txBody>
                    <a:bodyPr/>
                    <a:lstStyle/>
                    <a:p>
                      <a:r>
                        <a:rPr lang="en-US" sz="1200"/>
                        <a:t>Parameter</a:t>
                      </a:r>
                    </a:p>
                  </a:txBody>
                  <a:tcPr/>
                </a:tc>
                <a:tc>
                  <a:txBody>
                    <a:bodyPr/>
                    <a:lstStyle/>
                    <a:p>
                      <a:r>
                        <a:rPr lang="en-US" sz="1200"/>
                        <a:t>Value</a:t>
                      </a:r>
                    </a:p>
                  </a:txBody>
                  <a:tcPr/>
                </a:tc>
                <a:extLst>
                  <a:ext uri="{0D108BD9-81ED-4DB2-BD59-A6C34878D82A}">
                    <a16:rowId xmlns:a16="http://schemas.microsoft.com/office/drawing/2014/main" val="531639277"/>
                  </a:ext>
                </a:extLst>
              </a:tr>
              <a:tr h="370840">
                <a:tc>
                  <a:txBody>
                    <a:bodyPr/>
                    <a:lstStyle/>
                    <a:p>
                      <a:pPr lvl="0">
                        <a:buNone/>
                      </a:pPr>
                      <a:r>
                        <a:rPr lang="en-US" sz="1200" b="0" i="0" u="none" strike="noStrike" noProof="0">
                          <a:latin typeface="Aptos Light"/>
                        </a:rPr>
                        <a:t>Total pairs</a:t>
                      </a:r>
                      <a:endParaRPr lang="en-US" sz="1200"/>
                    </a:p>
                  </a:txBody>
                  <a:tcPr/>
                </a:tc>
                <a:tc>
                  <a:txBody>
                    <a:bodyPr/>
                    <a:lstStyle/>
                    <a:p>
                      <a:r>
                        <a:rPr lang="en-US" sz="1200"/>
                        <a:t>10K</a:t>
                      </a:r>
                    </a:p>
                  </a:txBody>
                  <a:tcPr/>
                </a:tc>
                <a:extLst>
                  <a:ext uri="{0D108BD9-81ED-4DB2-BD59-A6C34878D82A}">
                    <a16:rowId xmlns:a16="http://schemas.microsoft.com/office/drawing/2014/main" val="2013155884"/>
                  </a:ext>
                </a:extLst>
              </a:tr>
              <a:tr h="370840">
                <a:tc>
                  <a:txBody>
                    <a:bodyPr/>
                    <a:lstStyle/>
                    <a:p>
                      <a:r>
                        <a:rPr lang="en-US" sz="1200"/>
                        <a:t>Train / Test split</a:t>
                      </a:r>
                    </a:p>
                  </a:txBody>
                  <a:tcPr/>
                </a:tc>
                <a:tc>
                  <a:txBody>
                    <a:bodyPr/>
                    <a:lstStyle/>
                    <a:p>
                      <a:r>
                        <a:rPr lang="en-US" sz="1200"/>
                        <a:t>90% + 10%</a:t>
                      </a:r>
                    </a:p>
                  </a:txBody>
                  <a:tcPr/>
                </a:tc>
                <a:extLst>
                  <a:ext uri="{0D108BD9-81ED-4DB2-BD59-A6C34878D82A}">
                    <a16:rowId xmlns:a16="http://schemas.microsoft.com/office/drawing/2014/main" val="1454601251"/>
                  </a:ext>
                </a:extLst>
              </a:tr>
              <a:tr h="370840">
                <a:tc>
                  <a:txBody>
                    <a:bodyPr/>
                    <a:lstStyle/>
                    <a:p>
                      <a:r>
                        <a:rPr lang="en-US" sz="1200"/>
                        <a:t>Batch Size</a:t>
                      </a:r>
                    </a:p>
                  </a:txBody>
                  <a:tcPr/>
                </a:tc>
                <a:tc>
                  <a:txBody>
                    <a:bodyPr/>
                    <a:lstStyle/>
                    <a:p>
                      <a:r>
                        <a:rPr lang="en-US" sz="1200"/>
                        <a:t>32</a:t>
                      </a:r>
                    </a:p>
                  </a:txBody>
                  <a:tcPr/>
                </a:tc>
                <a:extLst>
                  <a:ext uri="{0D108BD9-81ED-4DB2-BD59-A6C34878D82A}">
                    <a16:rowId xmlns:a16="http://schemas.microsoft.com/office/drawing/2014/main" val="1019560705"/>
                  </a:ext>
                </a:extLst>
              </a:tr>
              <a:tr h="370839">
                <a:tc>
                  <a:txBody>
                    <a:bodyPr/>
                    <a:lstStyle/>
                    <a:p>
                      <a:pPr lvl="0">
                        <a:buNone/>
                      </a:pPr>
                      <a:r>
                        <a:rPr lang="en-US" sz="1200"/>
                        <a:t>Epochs</a:t>
                      </a:r>
                    </a:p>
                  </a:txBody>
                  <a:tcPr/>
                </a:tc>
                <a:tc>
                  <a:txBody>
                    <a:bodyPr/>
                    <a:lstStyle/>
                    <a:p>
                      <a:pPr lvl="0">
                        <a:buNone/>
                      </a:pPr>
                      <a:r>
                        <a:rPr lang="en-US" sz="1200"/>
                        <a:t>3</a:t>
                      </a:r>
                    </a:p>
                  </a:txBody>
                  <a:tcPr/>
                </a:tc>
                <a:extLst>
                  <a:ext uri="{0D108BD9-81ED-4DB2-BD59-A6C34878D82A}">
                    <a16:rowId xmlns:a16="http://schemas.microsoft.com/office/drawing/2014/main" val="1945883554"/>
                  </a:ext>
                </a:extLst>
              </a:tr>
              <a:tr h="370840">
                <a:tc>
                  <a:txBody>
                    <a:bodyPr/>
                    <a:lstStyle/>
                    <a:p>
                      <a:r>
                        <a:rPr lang="en-US" sz="1200"/>
                        <a:t>Learning Rate</a:t>
                      </a:r>
                    </a:p>
                  </a:txBody>
                  <a:tcPr/>
                </a:tc>
                <a:tc>
                  <a:txBody>
                    <a:bodyPr/>
                    <a:lstStyle/>
                    <a:p>
                      <a:r>
                        <a:rPr lang="en-US" sz="1200"/>
                        <a:t>2e-5</a:t>
                      </a:r>
                    </a:p>
                  </a:txBody>
                  <a:tcPr/>
                </a:tc>
                <a:extLst>
                  <a:ext uri="{0D108BD9-81ED-4DB2-BD59-A6C34878D82A}">
                    <a16:rowId xmlns:a16="http://schemas.microsoft.com/office/drawing/2014/main" val="3362749215"/>
                  </a:ext>
                </a:extLst>
              </a:tr>
              <a:tr h="370839">
                <a:tc>
                  <a:txBody>
                    <a:bodyPr/>
                    <a:lstStyle/>
                    <a:p>
                      <a:pPr lvl="0">
                        <a:buNone/>
                      </a:pPr>
                      <a:r>
                        <a:rPr lang="en-US" sz="1200"/>
                        <a:t>Warmup Ratio (</a:t>
                      </a:r>
                      <a:r>
                        <a:rPr lang="en-US" sz="1200" b="0" i="0" u="none" strike="noStrike" noProof="0">
                          <a:latin typeface="Aptos Light"/>
                        </a:rPr>
                        <a:t>Gradual learning rate increase percentage</a:t>
                      </a:r>
                      <a:r>
                        <a:rPr lang="en-US" sz="1200"/>
                        <a:t>)</a:t>
                      </a:r>
                    </a:p>
                  </a:txBody>
                  <a:tcPr/>
                </a:tc>
                <a:tc>
                  <a:txBody>
                    <a:bodyPr/>
                    <a:lstStyle/>
                    <a:p>
                      <a:pPr lvl="0">
                        <a:buNone/>
                      </a:pPr>
                      <a:r>
                        <a:rPr lang="en-US" sz="1200"/>
                        <a:t>0.1</a:t>
                      </a:r>
                    </a:p>
                  </a:txBody>
                  <a:tcPr/>
                </a:tc>
                <a:extLst>
                  <a:ext uri="{0D108BD9-81ED-4DB2-BD59-A6C34878D82A}">
                    <a16:rowId xmlns:a16="http://schemas.microsoft.com/office/drawing/2014/main" val="1095627463"/>
                  </a:ext>
                </a:extLst>
              </a:tr>
              <a:tr h="370838">
                <a:tc>
                  <a:txBody>
                    <a:bodyPr/>
                    <a:lstStyle/>
                    <a:p>
                      <a:pPr lvl="0">
                        <a:buNone/>
                      </a:pPr>
                      <a:r>
                        <a:rPr lang="en-US" sz="1200"/>
                        <a:t>Loss function</a:t>
                      </a:r>
                    </a:p>
                  </a:txBody>
                  <a:tcPr/>
                </a:tc>
                <a:tc>
                  <a:txBody>
                    <a:bodyPr/>
                    <a:lstStyle/>
                    <a:p>
                      <a:pPr lvl="0">
                        <a:buNone/>
                      </a:pPr>
                      <a:r>
                        <a:rPr lang="en-US" sz="1200"/>
                        <a:t>Cosine Similarity Loss</a:t>
                      </a:r>
                    </a:p>
                  </a:txBody>
                  <a:tcPr/>
                </a:tc>
                <a:extLst>
                  <a:ext uri="{0D108BD9-81ED-4DB2-BD59-A6C34878D82A}">
                    <a16:rowId xmlns:a16="http://schemas.microsoft.com/office/drawing/2014/main" val="387702576"/>
                  </a:ext>
                </a:extLst>
              </a:tr>
              <a:tr h="370838">
                <a:tc>
                  <a:txBody>
                    <a:bodyPr/>
                    <a:lstStyle/>
                    <a:p>
                      <a:pPr lvl="0">
                        <a:buNone/>
                      </a:pPr>
                      <a:r>
                        <a:rPr lang="en-US" sz="1200"/>
                        <a:t>Eval frequency</a:t>
                      </a:r>
                    </a:p>
                  </a:txBody>
                  <a:tcPr/>
                </a:tc>
                <a:tc>
                  <a:txBody>
                    <a:bodyPr/>
                    <a:lstStyle/>
                    <a:p>
                      <a:pPr lvl="0">
                        <a:buNone/>
                      </a:pPr>
                      <a:r>
                        <a:rPr lang="en-US" sz="1200"/>
                        <a:t>Every 100 steps</a:t>
                      </a:r>
                    </a:p>
                  </a:txBody>
                  <a:tcPr/>
                </a:tc>
                <a:extLst>
                  <a:ext uri="{0D108BD9-81ED-4DB2-BD59-A6C34878D82A}">
                    <a16:rowId xmlns:a16="http://schemas.microsoft.com/office/drawing/2014/main" val="929686469"/>
                  </a:ext>
                </a:extLst>
              </a:tr>
              <a:tr h="370838">
                <a:tc>
                  <a:txBody>
                    <a:bodyPr/>
                    <a:lstStyle/>
                    <a:p>
                      <a:pPr lvl="0">
                        <a:buNone/>
                      </a:pPr>
                      <a:r>
                        <a:rPr lang="en-US" sz="1200"/>
                        <a:t>Evaluator</a:t>
                      </a:r>
                    </a:p>
                  </a:txBody>
                  <a:tcPr/>
                </a:tc>
                <a:tc>
                  <a:txBody>
                    <a:bodyPr/>
                    <a:lstStyle/>
                    <a:p>
                      <a:pPr lvl="0">
                        <a:buNone/>
                      </a:pPr>
                      <a:r>
                        <a:rPr lang="en-US" sz="1200" b="0" i="0" u="none" strike="noStrike" noProof="0" err="1">
                          <a:latin typeface="Aptos Light"/>
                        </a:rPr>
                        <a:t>EmbeddingSimilarityEvaluator</a:t>
                      </a:r>
                      <a:r>
                        <a:rPr lang="en-US" sz="1200" b="0" i="0" u="none" strike="noStrike" noProof="0">
                          <a:latin typeface="Aptos Light"/>
                        </a:rPr>
                        <a:t> (</a:t>
                      </a:r>
                      <a:r>
                        <a:rPr lang="en-US" sz="1200" b="0" i="0" u="none" strike="noStrike" noProof="0"/>
                        <a:t>Spearman and Pearson rank correlation)</a:t>
                      </a:r>
                      <a:endParaRPr lang="en-US" sz="1200"/>
                    </a:p>
                  </a:txBody>
                  <a:tcPr/>
                </a:tc>
                <a:extLst>
                  <a:ext uri="{0D108BD9-81ED-4DB2-BD59-A6C34878D82A}">
                    <a16:rowId xmlns:a16="http://schemas.microsoft.com/office/drawing/2014/main" val="4110348522"/>
                  </a:ext>
                </a:extLst>
              </a:tr>
            </a:tbl>
          </a:graphicData>
        </a:graphic>
      </p:graphicFrame>
    </p:spTree>
    <p:extLst>
      <p:ext uri="{BB962C8B-B14F-4D97-AF65-F5344CB8AC3E}">
        <p14:creationId xmlns:p14="http://schemas.microsoft.com/office/powerpoint/2010/main" val="2201141337"/>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90EB17-8ADF-84FF-E443-E42E0B4F2F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39555D-AA44-07B1-EE79-BF24C4CF3334}"/>
              </a:ext>
            </a:extLst>
          </p:cNvPr>
          <p:cNvSpPr>
            <a:spLocks noGrp="1"/>
          </p:cNvSpPr>
          <p:nvPr>
            <p:ph type="title"/>
          </p:nvPr>
        </p:nvSpPr>
        <p:spPr>
          <a:xfrm>
            <a:off x="411148" y="502920"/>
            <a:ext cx="7399615" cy="540368"/>
          </a:xfrm>
        </p:spPr>
        <p:txBody>
          <a:bodyPr anchor="t">
            <a:normAutofit/>
          </a:bodyPr>
          <a:lstStyle/>
          <a:p>
            <a:r>
              <a:rPr lang="en-US"/>
              <a:t>Finetuning  </a:t>
            </a:r>
            <a:r>
              <a:rPr lang="en-US">
                <a:ea typeface="+mj-lt"/>
                <a:cs typeface="+mj-lt"/>
              </a:rPr>
              <a:t>all-minilm-l6-v2 using LLM as Judge</a:t>
            </a:r>
            <a:endParaRPr lang="en-US"/>
          </a:p>
        </p:txBody>
      </p:sp>
      <p:sp>
        <p:nvSpPr>
          <p:cNvPr id="5" name="Content Placeholder 4">
            <a:extLst>
              <a:ext uri="{FF2B5EF4-FFF2-40B4-BE49-F238E27FC236}">
                <a16:creationId xmlns:a16="http://schemas.microsoft.com/office/drawing/2014/main" id="{D5A04D55-E949-F1F2-EEA5-4D4B99EF745A}"/>
              </a:ext>
            </a:extLst>
          </p:cNvPr>
          <p:cNvSpPr>
            <a:spLocks noGrp="1"/>
          </p:cNvSpPr>
          <p:nvPr>
            <p:ph sz="quarter" idx="14"/>
          </p:nvPr>
        </p:nvSpPr>
        <p:spPr>
          <a:xfrm>
            <a:off x="411238" y="1047205"/>
            <a:ext cx="10926112" cy="5331776"/>
          </a:xfrm>
        </p:spPr>
        <p:txBody>
          <a:bodyPr vert="horz" lIns="91440" tIns="45720" rIns="91440" bIns="45720" rtlCol="0" anchor="t">
            <a:normAutofit/>
          </a:bodyPr>
          <a:lstStyle/>
          <a:p>
            <a:r>
              <a:rPr lang="en-US">
                <a:ea typeface="+mn-lt"/>
                <a:cs typeface="+mn-lt"/>
              </a:rPr>
              <a:t>Transfer Ada-002's semantic understanding to a lightweight model that runs free at inference time.</a:t>
            </a:r>
          </a:p>
          <a:p>
            <a:endParaRPr lang="en-US"/>
          </a:p>
          <a:p>
            <a:endParaRPr lang="en-US"/>
          </a:p>
          <a:p>
            <a:endParaRPr lang="en-US"/>
          </a:p>
          <a:p>
            <a:r>
              <a:rPr lang="en-US"/>
              <a:t>Training configurations.</a:t>
            </a:r>
          </a:p>
          <a:p>
            <a:endParaRPr lang="en-US"/>
          </a:p>
          <a:p>
            <a:endParaRPr lang="en-US"/>
          </a:p>
        </p:txBody>
      </p:sp>
      <p:graphicFrame>
        <p:nvGraphicFramePr>
          <p:cNvPr id="4" name="Table 3">
            <a:extLst>
              <a:ext uri="{FF2B5EF4-FFF2-40B4-BE49-F238E27FC236}">
                <a16:creationId xmlns:a16="http://schemas.microsoft.com/office/drawing/2014/main" id="{2FB1E178-4F5F-E8B5-E8EF-BB1198182354}"/>
              </a:ext>
            </a:extLst>
          </p:cNvPr>
          <p:cNvGraphicFramePr>
            <a:graphicFrameLocks noGrp="1"/>
          </p:cNvGraphicFramePr>
          <p:nvPr>
            <p:extLst>
              <p:ext uri="{D42A27DB-BD31-4B8C-83A1-F6EECF244321}">
                <p14:modId xmlns:p14="http://schemas.microsoft.com/office/powerpoint/2010/main" val="3770342617"/>
              </p:ext>
            </p:extLst>
          </p:nvPr>
        </p:nvGraphicFramePr>
        <p:xfrm>
          <a:off x="748639" y="1390431"/>
          <a:ext cx="8168640" cy="1112520"/>
        </p:xfrm>
        <a:graphic>
          <a:graphicData uri="http://schemas.openxmlformats.org/drawingml/2006/table">
            <a:tbl>
              <a:tblPr firstRow="1" bandRow="1">
                <a:tableStyleId>{5C22544A-7EE6-4342-B048-85BDC9FD1C3A}</a:tableStyleId>
              </a:tblPr>
              <a:tblGrid>
                <a:gridCol w="2722880">
                  <a:extLst>
                    <a:ext uri="{9D8B030D-6E8A-4147-A177-3AD203B41FA5}">
                      <a16:colId xmlns:a16="http://schemas.microsoft.com/office/drawing/2014/main" val="744714996"/>
                    </a:ext>
                  </a:extLst>
                </a:gridCol>
                <a:gridCol w="2722880">
                  <a:extLst>
                    <a:ext uri="{9D8B030D-6E8A-4147-A177-3AD203B41FA5}">
                      <a16:colId xmlns:a16="http://schemas.microsoft.com/office/drawing/2014/main" val="1606246798"/>
                    </a:ext>
                  </a:extLst>
                </a:gridCol>
                <a:gridCol w="2722880">
                  <a:extLst>
                    <a:ext uri="{9D8B030D-6E8A-4147-A177-3AD203B41FA5}">
                      <a16:colId xmlns:a16="http://schemas.microsoft.com/office/drawing/2014/main" val="3883509735"/>
                    </a:ext>
                  </a:extLst>
                </a:gridCol>
              </a:tblGrid>
              <a:tr h="370840">
                <a:tc>
                  <a:txBody>
                    <a:bodyPr/>
                    <a:lstStyle/>
                    <a:p>
                      <a:pPr lvl="0">
                        <a:buNone/>
                      </a:pPr>
                      <a:r>
                        <a:rPr lang="en-US" sz="1200" b="0" i="0" u="none" strike="noStrike" noProof="0">
                          <a:latin typeface="Aptos Light"/>
                        </a:rPr>
                        <a:t>Role</a:t>
                      </a:r>
                      <a:endParaRPr lang="en-US" sz="1200"/>
                    </a:p>
                  </a:txBody>
                  <a:tcPr/>
                </a:tc>
                <a:tc>
                  <a:txBody>
                    <a:bodyPr/>
                    <a:lstStyle/>
                    <a:p>
                      <a:pPr lvl="0">
                        <a:buNone/>
                      </a:pPr>
                      <a:r>
                        <a:rPr lang="en-US" sz="1200" b="0" i="0" u="none" strike="noStrike" noProof="0">
                          <a:latin typeface="Aptos Light"/>
                        </a:rPr>
                        <a:t>Model</a:t>
                      </a:r>
                      <a:endParaRPr lang="en-US" sz="1200"/>
                    </a:p>
                  </a:txBody>
                  <a:tcPr/>
                </a:tc>
                <a:tc>
                  <a:txBody>
                    <a:bodyPr/>
                    <a:lstStyle/>
                    <a:p>
                      <a:pPr lvl="0">
                        <a:buNone/>
                      </a:pPr>
                      <a:r>
                        <a:rPr lang="en-US" sz="1200" b="0" i="0" u="none" strike="noStrike" noProof="0">
                          <a:latin typeface="Aptos Light"/>
                        </a:rPr>
                        <a:t>Cost</a:t>
                      </a:r>
                      <a:endParaRPr lang="en-US" sz="1200"/>
                    </a:p>
                  </a:txBody>
                  <a:tcPr/>
                </a:tc>
                <a:extLst>
                  <a:ext uri="{0D108BD9-81ED-4DB2-BD59-A6C34878D82A}">
                    <a16:rowId xmlns:a16="http://schemas.microsoft.com/office/drawing/2014/main" val="508692354"/>
                  </a:ext>
                </a:extLst>
              </a:tr>
              <a:tr h="370840">
                <a:tc>
                  <a:txBody>
                    <a:bodyPr/>
                    <a:lstStyle/>
                    <a:p>
                      <a:pPr lvl="0">
                        <a:buNone/>
                      </a:pPr>
                      <a:r>
                        <a:rPr lang="en-US" sz="1200" b="0" i="0" u="none" strike="noStrike" noProof="0">
                          <a:latin typeface="Aptos Light"/>
                        </a:rPr>
                        <a:t>Teacher</a:t>
                      </a:r>
                      <a:endParaRPr lang="en-US" sz="1200"/>
                    </a:p>
                  </a:txBody>
                  <a:tcPr/>
                </a:tc>
                <a:tc>
                  <a:txBody>
                    <a:bodyPr/>
                    <a:lstStyle/>
                    <a:p>
                      <a:pPr lvl="0">
                        <a:buNone/>
                      </a:pPr>
                      <a:r>
                        <a:rPr lang="en-US" sz="1200" b="0" i="0" u="none" strike="noStrike" noProof="0">
                          <a:latin typeface="Aptos Light"/>
                        </a:rPr>
                        <a:t>gemin-2.5-flash</a:t>
                      </a:r>
                      <a:endParaRPr lang="en-US"/>
                    </a:p>
                  </a:txBody>
                  <a:tcPr/>
                </a:tc>
                <a:tc>
                  <a:txBody>
                    <a:bodyPr/>
                    <a:lstStyle/>
                    <a:p>
                      <a:pPr lvl="0">
                        <a:buNone/>
                      </a:pPr>
                      <a:r>
                        <a:rPr lang="en-US" sz="1200" b="0" i="0" u="none" strike="noStrike" noProof="0">
                          <a:latin typeface="Aptos Light"/>
                        </a:rPr>
                        <a:t>$0.0003/1k tokens</a:t>
                      </a:r>
                    </a:p>
                  </a:txBody>
                  <a:tcPr/>
                </a:tc>
                <a:extLst>
                  <a:ext uri="{0D108BD9-81ED-4DB2-BD59-A6C34878D82A}">
                    <a16:rowId xmlns:a16="http://schemas.microsoft.com/office/drawing/2014/main" val="133391296"/>
                  </a:ext>
                </a:extLst>
              </a:tr>
              <a:tr h="370840">
                <a:tc>
                  <a:txBody>
                    <a:bodyPr/>
                    <a:lstStyle/>
                    <a:p>
                      <a:pPr lvl="0">
                        <a:buNone/>
                      </a:pPr>
                      <a:r>
                        <a:rPr lang="en-US" sz="1200" b="0" i="0" u="none" strike="noStrike" noProof="0">
                          <a:latin typeface="Aptos Light"/>
                        </a:rPr>
                        <a:t>Student</a:t>
                      </a:r>
                      <a:endParaRPr lang="en-US" sz="1200"/>
                    </a:p>
                  </a:txBody>
                  <a:tcPr/>
                </a:tc>
                <a:tc>
                  <a:txBody>
                    <a:bodyPr/>
                    <a:lstStyle/>
                    <a:p>
                      <a:pPr lvl="0">
                        <a:buNone/>
                      </a:pPr>
                      <a:r>
                        <a:rPr lang="en-US" sz="1200" b="0" i="0" u="none" strike="noStrike" noProof="0">
                          <a:latin typeface="Aptos Light"/>
                        </a:rPr>
                        <a:t>all-MiniLM-L6-v2 (384-d)</a:t>
                      </a:r>
                      <a:endParaRPr lang="en-US" sz="1200"/>
                    </a:p>
                  </a:txBody>
                  <a:tcPr/>
                </a:tc>
                <a:tc>
                  <a:txBody>
                    <a:bodyPr/>
                    <a:lstStyle/>
                    <a:p>
                      <a:pPr lvl="0">
                        <a:buNone/>
                      </a:pPr>
                      <a:r>
                        <a:rPr lang="en-US" sz="1200" b="0" i="0" u="none" strike="noStrike" noProof="0">
                          <a:latin typeface="Aptos Light"/>
                        </a:rPr>
                        <a:t>Free (local inference)</a:t>
                      </a:r>
                      <a:endParaRPr lang="en-US" sz="1200"/>
                    </a:p>
                  </a:txBody>
                  <a:tcPr/>
                </a:tc>
                <a:extLst>
                  <a:ext uri="{0D108BD9-81ED-4DB2-BD59-A6C34878D82A}">
                    <a16:rowId xmlns:a16="http://schemas.microsoft.com/office/drawing/2014/main" val="3869654732"/>
                  </a:ext>
                </a:extLst>
              </a:tr>
            </a:tbl>
          </a:graphicData>
        </a:graphic>
      </p:graphicFrame>
      <p:graphicFrame>
        <p:nvGraphicFramePr>
          <p:cNvPr id="6" name="Table 5">
            <a:extLst>
              <a:ext uri="{FF2B5EF4-FFF2-40B4-BE49-F238E27FC236}">
                <a16:creationId xmlns:a16="http://schemas.microsoft.com/office/drawing/2014/main" id="{391715F1-40ED-B212-EBB5-0B8F291E4C9D}"/>
              </a:ext>
            </a:extLst>
          </p:cNvPr>
          <p:cNvGraphicFramePr>
            <a:graphicFrameLocks noGrp="1"/>
          </p:cNvGraphicFramePr>
          <p:nvPr>
            <p:extLst>
              <p:ext uri="{D42A27DB-BD31-4B8C-83A1-F6EECF244321}">
                <p14:modId xmlns:p14="http://schemas.microsoft.com/office/powerpoint/2010/main" val="1458326336"/>
              </p:ext>
            </p:extLst>
          </p:nvPr>
        </p:nvGraphicFramePr>
        <p:xfrm>
          <a:off x="748639" y="2872678"/>
          <a:ext cx="8168640" cy="2595877"/>
        </p:xfrm>
        <a:graphic>
          <a:graphicData uri="http://schemas.openxmlformats.org/drawingml/2006/table">
            <a:tbl>
              <a:tblPr firstRow="1" bandRow="1">
                <a:tableStyleId>{5C22544A-7EE6-4342-B048-85BDC9FD1C3A}</a:tableStyleId>
              </a:tblPr>
              <a:tblGrid>
                <a:gridCol w="4084320">
                  <a:extLst>
                    <a:ext uri="{9D8B030D-6E8A-4147-A177-3AD203B41FA5}">
                      <a16:colId xmlns:a16="http://schemas.microsoft.com/office/drawing/2014/main" val="1586408683"/>
                    </a:ext>
                  </a:extLst>
                </a:gridCol>
                <a:gridCol w="4084320">
                  <a:extLst>
                    <a:ext uri="{9D8B030D-6E8A-4147-A177-3AD203B41FA5}">
                      <a16:colId xmlns:a16="http://schemas.microsoft.com/office/drawing/2014/main" val="4137089491"/>
                    </a:ext>
                  </a:extLst>
                </a:gridCol>
              </a:tblGrid>
              <a:tr h="370840">
                <a:tc>
                  <a:txBody>
                    <a:bodyPr/>
                    <a:lstStyle/>
                    <a:p>
                      <a:r>
                        <a:rPr lang="en-US" sz="1200"/>
                        <a:t>Parameter</a:t>
                      </a:r>
                    </a:p>
                  </a:txBody>
                  <a:tcPr/>
                </a:tc>
                <a:tc>
                  <a:txBody>
                    <a:bodyPr/>
                    <a:lstStyle/>
                    <a:p>
                      <a:r>
                        <a:rPr lang="en-US" sz="1200"/>
                        <a:t>Value</a:t>
                      </a:r>
                    </a:p>
                  </a:txBody>
                  <a:tcPr/>
                </a:tc>
                <a:extLst>
                  <a:ext uri="{0D108BD9-81ED-4DB2-BD59-A6C34878D82A}">
                    <a16:rowId xmlns:a16="http://schemas.microsoft.com/office/drawing/2014/main" val="531639277"/>
                  </a:ext>
                </a:extLst>
              </a:tr>
              <a:tr h="370840">
                <a:tc>
                  <a:txBody>
                    <a:bodyPr/>
                    <a:lstStyle/>
                    <a:p>
                      <a:pPr lvl="0">
                        <a:buNone/>
                      </a:pPr>
                      <a:r>
                        <a:rPr lang="en-US" sz="1200" b="0" i="0" u="none" strike="noStrike" noProof="0">
                          <a:latin typeface="Aptos Light"/>
                        </a:rPr>
                        <a:t>Total pairs</a:t>
                      </a:r>
                      <a:endParaRPr lang="en-US" sz="1200"/>
                    </a:p>
                  </a:txBody>
                  <a:tcPr/>
                </a:tc>
                <a:tc>
                  <a:txBody>
                    <a:bodyPr/>
                    <a:lstStyle/>
                    <a:p>
                      <a:r>
                        <a:rPr lang="en-US" sz="1200"/>
                        <a:t>11K</a:t>
                      </a:r>
                      <a:endParaRPr lang="en-US"/>
                    </a:p>
                  </a:txBody>
                  <a:tcPr/>
                </a:tc>
                <a:extLst>
                  <a:ext uri="{0D108BD9-81ED-4DB2-BD59-A6C34878D82A}">
                    <a16:rowId xmlns:a16="http://schemas.microsoft.com/office/drawing/2014/main" val="2013155884"/>
                  </a:ext>
                </a:extLst>
              </a:tr>
              <a:tr h="370840">
                <a:tc>
                  <a:txBody>
                    <a:bodyPr/>
                    <a:lstStyle/>
                    <a:p>
                      <a:r>
                        <a:rPr lang="en-US" sz="1200"/>
                        <a:t>Train / Test split</a:t>
                      </a:r>
                    </a:p>
                  </a:txBody>
                  <a:tcPr/>
                </a:tc>
                <a:tc>
                  <a:txBody>
                    <a:bodyPr/>
                    <a:lstStyle/>
                    <a:p>
                      <a:r>
                        <a:rPr lang="en-US" sz="1200"/>
                        <a:t>10k/1K</a:t>
                      </a:r>
                    </a:p>
                  </a:txBody>
                  <a:tcPr/>
                </a:tc>
                <a:extLst>
                  <a:ext uri="{0D108BD9-81ED-4DB2-BD59-A6C34878D82A}">
                    <a16:rowId xmlns:a16="http://schemas.microsoft.com/office/drawing/2014/main" val="1454601251"/>
                  </a:ext>
                </a:extLst>
              </a:tr>
              <a:tr h="370840">
                <a:tc>
                  <a:txBody>
                    <a:bodyPr/>
                    <a:lstStyle/>
                    <a:p>
                      <a:r>
                        <a:rPr lang="en-US" sz="1200"/>
                        <a:t>Batch Size</a:t>
                      </a:r>
                    </a:p>
                  </a:txBody>
                  <a:tcPr/>
                </a:tc>
                <a:tc>
                  <a:txBody>
                    <a:bodyPr/>
                    <a:lstStyle/>
                    <a:p>
                      <a:r>
                        <a:rPr lang="en-US" sz="1200"/>
                        <a:t>16</a:t>
                      </a:r>
                    </a:p>
                  </a:txBody>
                  <a:tcPr/>
                </a:tc>
                <a:extLst>
                  <a:ext uri="{0D108BD9-81ED-4DB2-BD59-A6C34878D82A}">
                    <a16:rowId xmlns:a16="http://schemas.microsoft.com/office/drawing/2014/main" val="1019560705"/>
                  </a:ext>
                </a:extLst>
              </a:tr>
              <a:tr h="370839">
                <a:tc>
                  <a:txBody>
                    <a:bodyPr/>
                    <a:lstStyle/>
                    <a:p>
                      <a:pPr lvl="0">
                        <a:buNone/>
                      </a:pPr>
                      <a:r>
                        <a:rPr lang="en-US" sz="1200"/>
                        <a:t>Epochs</a:t>
                      </a:r>
                    </a:p>
                  </a:txBody>
                  <a:tcPr/>
                </a:tc>
                <a:tc>
                  <a:txBody>
                    <a:bodyPr/>
                    <a:lstStyle/>
                    <a:p>
                      <a:pPr lvl="0">
                        <a:buNone/>
                      </a:pPr>
                      <a:r>
                        <a:rPr lang="en-US" sz="1200"/>
                        <a:t>4</a:t>
                      </a:r>
                    </a:p>
                  </a:txBody>
                  <a:tcPr/>
                </a:tc>
                <a:extLst>
                  <a:ext uri="{0D108BD9-81ED-4DB2-BD59-A6C34878D82A}">
                    <a16:rowId xmlns:a16="http://schemas.microsoft.com/office/drawing/2014/main" val="1945883554"/>
                  </a:ext>
                </a:extLst>
              </a:tr>
              <a:tr h="370840">
                <a:tc>
                  <a:txBody>
                    <a:bodyPr/>
                    <a:lstStyle/>
                    <a:p>
                      <a:r>
                        <a:rPr lang="en-US" sz="1200"/>
                        <a:t>Learning Rate</a:t>
                      </a:r>
                    </a:p>
                  </a:txBody>
                  <a:tcPr/>
                </a:tc>
                <a:tc>
                  <a:txBody>
                    <a:bodyPr/>
                    <a:lstStyle/>
                    <a:p>
                      <a:r>
                        <a:rPr lang="en-US" sz="1200"/>
                        <a:t>2e-5</a:t>
                      </a:r>
                    </a:p>
                  </a:txBody>
                  <a:tcPr/>
                </a:tc>
                <a:extLst>
                  <a:ext uri="{0D108BD9-81ED-4DB2-BD59-A6C34878D82A}">
                    <a16:rowId xmlns:a16="http://schemas.microsoft.com/office/drawing/2014/main" val="3362749215"/>
                  </a:ext>
                </a:extLst>
              </a:tr>
              <a:tr h="370838">
                <a:tc>
                  <a:txBody>
                    <a:bodyPr/>
                    <a:lstStyle/>
                    <a:p>
                      <a:pPr lvl="0">
                        <a:buNone/>
                      </a:pPr>
                      <a:r>
                        <a:rPr lang="en-US" sz="1200"/>
                        <a:t>Loss function</a:t>
                      </a:r>
                    </a:p>
                  </a:txBody>
                  <a:tcPr/>
                </a:tc>
                <a:tc>
                  <a:txBody>
                    <a:bodyPr/>
                    <a:lstStyle/>
                    <a:p>
                      <a:pPr lvl="0">
                        <a:buNone/>
                      </a:pPr>
                      <a:r>
                        <a:rPr lang="en-US" sz="1200"/>
                        <a:t>Cosine Similarity Loss</a:t>
                      </a:r>
                    </a:p>
                  </a:txBody>
                  <a:tcPr/>
                </a:tc>
                <a:extLst>
                  <a:ext uri="{0D108BD9-81ED-4DB2-BD59-A6C34878D82A}">
                    <a16:rowId xmlns:a16="http://schemas.microsoft.com/office/drawing/2014/main" val="387702576"/>
                  </a:ext>
                </a:extLst>
              </a:tr>
            </a:tbl>
          </a:graphicData>
        </a:graphic>
      </p:graphicFrame>
    </p:spTree>
    <p:extLst>
      <p:ext uri="{BB962C8B-B14F-4D97-AF65-F5344CB8AC3E}">
        <p14:creationId xmlns:p14="http://schemas.microsoft.com/office/powerpoint/2010/main" val="2753607220"/>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13425-ECEC-27BF-4ED7-4F95AFAFFB74}"/>
            </a:ext>
          </a:extLst>
        </p:cNvPr>
        <p:cNvGrpSpPr/>
        <p:nvPr/>
      </p:nvGrpSpPr>
      <p:grpSpPr>
        <a:xfrm>
          <a:off x="0" y="0"/>
          <a:ext cx="0" cy="0"/>
          <a:chOff x="0" y="0"/>
          <a:chExt cx="0" cy="0"/>
        </a:xfrm>
      </p:grpSpPr>
      <p:sp>
        <p:nvSpPr>
          <p:cNvPr id="15" name="Title 1">
            <a:extLst>
              <a:ext uri="{FF2B5EF4-FFF2-40B4-BE49-F238E27FC236}">
                <a16:creationId xmlns:a16="http://schemas.microsoft.com/office/drawing/2014/main" id="{3C1DB02A-DB95-B6CE-9226-C520E781674B}"/>
              </a:ext>
            </a:extLst>
          </p:cNvPr>
          <p:cNvSpPr>
            <a:spLocks noGrp="1"/>
          </p:cNvSpPr>
          <p:nvPr>
            <p:ph type="title"/>
          </p:nvPr>
        </p:nvSpPr>
        <p:spPr>
          <a:xfrm>
            <a:off x="612648" y="457200"/>
            <a:ext cx="10954512" cy="731520"/>
          </a:xfrm>
        </p:spPr>
        <p:txBody>
          <a:bodyPr/>
          <a:lstStyle/>
          <a:p>
            <a:r>
              <a:rPr lang="en-US">
                <a:solidFill>
                  <a:schemeClr val="tx1"/>
                </a:solidFill>
              </a:rPr>
              <a:t>Training Curve – ada-002 distillation</a:t>
            </a:r>
          </a:p>
        </p:txBody>
      </p:sp>
      <p:pic>
        <p:nvPicPr>
          <p:cNvPr id="10" name="Content Placeholder 9" descr="A comparison of a graph&#10;&#10;AI-generated content may be incorrect.">
            <a:extLst>
              <a:ext uri="{FF2B5EF4-FFF2-40B4-BE49-F238E27FC236}">
                <a16:creationId xmlns:a16="http://schemas.microsoft.com/office/drawing/2014/main" id="{A66611EB-F189-EB14-D20D-2FDDF15B5A13}"/>
              </a:ext>
            </a:extLst>
          </p:cNvPr>
          <p:cNvPicPr>
            <a:picLocks noGrp="1" noChangeAspect="1"/>
          </p:cNvPicPr>
          <p:nvPr>
            <p:ph idx="1"/>
          </p:nvPr>
        </p:nvPicPr>
        <p:blipFill>
          <a:blip r:embed="rId3"/>
          <a:stretch>
            <a:fillRect/>
          </a:stretch>
        </p:blipFill>
        <p:spPr>
          <a:xfrm>
            <a:off x="612648" y="1711417"/>
            <a:ext cx="10954512" cy="3861465"/>
          </a:xfrm>
          <a:prstGeom prst="rect">
            <a:avLst/>
          </a:prstGeom>
          <a:noFill/>
        </p:spPr>
      </p:pic>
    </p:spTree>
    <p:extLst>
      <p:ext uri="{BB962C8B-B14F-4D97-AF65-F5344CB8AC3E}">
        <p14:creationId xmlns:p14="http://schemas.microsoft.com/office/powerpoint/2010/main" val="1582396082"/>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FBC75-93B8-1E1E-A00F-7CE8100985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408623-7C54-AC6E-22B5-1D97F7145656}"/>
              </a:ext>
            </a:extLst>
          </p:cNvPr>
          <p:cNvSpPr>
            <a:spLocks noGrp="1"/>
          </p:cNvSpPr>
          <p:nvPr>
            <p:ph type="title"/>
          </p:nvPr>
        </p:nvSpPr>
        <p:spPr>
          <a:xfrm>
            <a:off x="4245532" y="2697877"/>
            <a:ext cx="3700935" cy="1462245"/>
          </a:xfrm>
        </p:spPr>
        <p:txBody>
          <a:bodyPr anchor="b">
            <a:normAutofit fontScale="90000"/>
          </a:bodyPr>
          <a:lstStyle/>
          <a:p>
            <a:r>
              <a:rPr lang="en-US"/>
              <a:t>Evaluation</a:t>
            </a:r>
          </a:p>
        </p:txBody>
      </p:sp>
    </p:spTree>
    <p:extLst>
      <p:ext uri="{BB962C8B-B14F-4D97-AF65-F5344CB8AC3E}">
        <p14:creationId xmlns:p14="http://schemas.microsoft.com/office/powerpoint/2010/main" val="21672691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A8E3B-4DBB-D690-4ECE-C528343D377F}"/>
              </a:ext>
            </a:extLst>
          </p:cNvPr>
          <p:cNvSpPr>
            <a:spLocks noGrp="1"/>
          </p:cNvSpPr>
          <p:nvPr>
            <p:ph type="title"/>
          </p:nvPr>
        </p:nvSpPr>
        <p:spPr>
          <a:xfrm>
            <a:off x="507265" y="502920"/>
            <a:ext cx="4669536" cy="440599"/>
          </a:xfrm>
        </p:spPr>
        <p:txBody>
          <a:bodyPr anchor="t">
            <a:normAutofit fontScale="90000"/>
          </a:bodyPr>
          <a:lstStyle/>
          <a:p>
            <a:r>
              <a:rPr lang="en-US"/>
              <a:t>Metrics</a:t>
            </a:r>
          </a:p>
        </p:txBody>
      </p:sp>
      <p:graphicFrame>
        <p:nvGraphicFramePr>
          <p:cNvPr id="7" name="Content Placeholder 6">
            <a:extLst>
              <a:ext uri="{FF2B5EF4-FFF2-40B4-BE49-F238E27FC236}">
                <a16:creationId xmlns:a16="http://schemas.microsoft.com/office/drawing/2014/main" id="{7696AA95-3529-229C-646A-D2E59CDDF3DA}"/>
              </a:ext>
            </a:extLst>
          </p:cNvPr>
          <p:cNvGraphicFramePr>
            <a:graphicFrameLocks noGrp="1"/>
          </p:cNvGraphicFramePr>
          <p:nvPr>
            <p:ph sz="quarter" idx="14"/>
            <p:extLst>
              <p:ext uri="{D42A27DB-BD31-4B8C-83A1-F6EECF244321}">
                <p14:modId xmlns:p14="http://schemas.microsoft.com/office/powerpoint/2010/main" val="459274903"/>
              </p:ext>
            </p:extLst>
          </p:nvPr>
        </p:nvGraphicFramePr>
        <p:xfrm>
          <a:off x="875489" y="1824578"/>
          <a:ext cx="9157437" cy="2931160"/>
        </p:xfrm>
        <a:graphic>
          <a:graphicData uri="http://schemas.openxmlformats.org/drawingml/2006/table">
            <a:tbl>
              <a:tblPr firstRow="1" bandRow="1">
                <a:tableStyleId>{5C22544A-7EE6-4342-B048-85BDC9FD1C3A}</a:tableStyleId>
              </a:tblPr>
              <a:tblGrid>
                <a:gridCol w="3052479">
                  <a:extLst>
                    <a:ext uri="{9D8B030D-6E8A-4147-A177-3AD203B41FA5}">
                      <a16:colId xmlns:a16="http://schemas.microsoft.com/office/drawing/2014/main" val="4163242710"/>
                    </a:ext>
                  </a:extLst>
                </a:gridCol>
                <a:gridCol w="3052479">
                  <a:extLst>
                    <a:ext uri="{9D8B030D-6E8A-4147-A177-3AD203B41FA5}">
                      <a16:colId xmlns:a16="http://schemas.microsoft.com/office/drawing/2014/main" val="1552159941"/>
                    </a:ext>
                  </a:extLst>
                </a:gridCol>
                <a:gridCol w="3052479">
                  <a:extLst>
                    <a:ext uri="{9D8B030D-6E8A-4147-A177-3AD203B41FA5}">
                      <a16:colId xmlns:a16="http://schemas.microsoft.com/office/drawing/2014/main" val="1925362384"/>
                    </a:ext>
                  </a:extLst>
                </a:gridCol>
              </a:tblGrid>
              <a:tr h="370840">
                <a:tc>
                  <a:txBody>
                    <a:bodyPr/>
                    <a:lstStyle/>
                    <a:p>
                      <a:r>
                        <a:rPr lang="en-US"/>
                        <a:t>Metric</a:t>
                      </a:r>
                    </a:p>
                  </a:txBody>
                  <a:tcPr/>
                </a:tc>
                <a:tc>
                  <a:txBody>
                    <a:bodyPr/>
                    <a:lstStyle/>
                    <a:p>
                      <a:r>
                        <a:rPr lang="en-US"/>
                        <a:t>Description</a:t>
                      </a:r>
                    </a:p>
                  </a:txBody>
                  <a:tcPr/>
                </a:tc>
                <a:tc>
                  <a:txBody>
                    <a:bodyPr/>
                    <a:lstStyle/>
                    <a:p>
                      <a:r>
                        <a:rPr lang="en-US"/>
                        <a:t>Interpretation</a:t>
                      </a:r>
                    </a:p>
                  </a:txBody>
                  <a:tcPr/>
                </a:tc>
                <a:extLst>
                  <a:ext uri="{0D108BD9-81ED-4DB2-BD59-A6C34878D82A}">
                    <a16:rowId xmlns:a16="http://schemas.microsoft.com/office/drawing/2014/main" val="1823468524"/>
                  </a:ext>
                </a:extLst>
              </a:tr>
              <a:tr h="370840">
                <a:tc>
                  <a:txBody>
                    <a:bodyPr/>
                    <a:lstStyle/>
                    <a:p>
                      <a:pPr lvl="0">
                        <a:buNone/>
                      </a:pPr>
                      <a:r>
                        <a:rPr lang="en-US" sz="1800" b="0" i="0" u="none" strike="noStrike" noProof="0" err="1">
                          <a:latin typeface="Aptos Light"/>
                        </a:rPr>
                        <a:t>Recall@K</a:t>
                      </a:r>
                      <a:endParaRPr lang="en-US" err="1"/>
                    </a:p>
                  </a:txBody>
                  <a:tcPr/>
                </a:tc>
                <a:tc>
                  <a:txBody>
                    <a:bodyPr/>
                    <a:lstStyle/>
                    <a:p>
                      <a:pPr lvl="0">
                        <a:buNone/>
                      </a:pPr>
                      <a:r>
                        <a:rPr lang="en-US" sz="1800" b="0" i="0" u="none" strike="noStrike" noProof="0">
                          <a:latin typeface="Aptos Light"/>
                        </a:rPr>
                        <a:t>Fraction of Ada's top-K found in model's top-K</a:t>
                      </a:r>
                      <a:endParaRPr lang="en-US"/>
                    </a:p>
                  </a:txBody>
                  <a:tcPr/>
                </a:tc>
                <a:tc>
                  <a:txBody>
                    <a:bodyPr/>
                    <a:lstStyle/>
                    <a:p>
                      <a:pPr lvl="0">
                        <a:buNone/>
                      </a:pPr>
                      <a:r>
                        <a:rPr lang="en-US" sz="1800" b="0" i="0" u="none" strike="noStrike" noProof="0">
                          <a:latin typeface="Aptos Light"/>
                        </a:rPr>
                        <a:t>Higher = finds more relevant papers</a:t>
                      </a:r>
                      <a:endParaRPr lang="en-US"/>
                    </a:p>
                  </a:txBody>
                  <a:tcPr/>
                </a:tc>
                <a:extLst>
                  <a:ext uri="{0D108BD9-81ED-4DB2-BD59-A6C34878D82A}">
                    <a16:rowId xmlns:a16="http://schemas.microsoft.com/office/drawing/2014/main" val="513833692"/>
                  </a:ext>
                </a:extLst>
              </a:tr>
              <a:tr h="370840">
                <a:tc>
                  <a:txBody>
                    <a:bodyPr/>
                    <a:lstStyle/>
                    <a:p>
                      <a:pPr lvl="0">
                        <a:buNone/>
                      </a:pPr>
                      <a:r>
                        <a:rPr lang="en-US" sz="1800" b="0" i="0" u="none" strike="noStrike" noProof="0">
                          <a:latin typeface="Aptos Light"/>
                        </a:rPr>
                        <a:t>NDCG@K</a:t>
                      </a:r>
                      <a:endParaRPr lang="en-US"/>
                    </a:p>
                  </a:txBody>
                  <a:tcPr/>
                </a:tc>
                <a:tc>
                  <a:txBody>
                    <a:bodyPr/>
                    <a:lstStyle/>
                    <a:p>
                      <a:pPr lvl="0">
                        <a:buNone/>
                      </a:pPr>
                      <a:r>
                        <a:rPr lang="en-US" sz="1800" b="0" i="0" u="none" strike="noStrike" noProof="0">
                          <a:latin typeface="Aptos Light"/>
                        </a:rPr>
                        <a:t>Normalized Discounted Cumulative Gain</a:t>
                      </a:r>
                      <a:endParaRPr lang="en-US"/>
                    </a:p>
                  </a:txBody>
                  <a:tcPr/>
                </a:tc>
                <a:tc>
                  <a:txBody>
                    <a:bodyPr/>
                    <a:lstStyle/>
                    <a:p>
                      <a:pPr lvl="0">
                        <a:buNone/>
                      </a:pPr>
                      <a:r>
                        <a:rPr lang="en-US" sz="1800" b="0" i="0" u="none" strike="noStrike" noProof="0">
                          <a:latin typeface="Aptos Light"/>
                        </a:rPr>
                        <a:t>Higher = correct ranking order</a:t>
                      </a:r>
                      <a:endParaRPr lang="en-US"/>
                    </a:p>
                  </a:txBody>
                  <a:tcPr/>
                </a:tc>
                <a:extLst>
                  <a:ext uri="{0D108BD9-81ED-4DB2-BD59-A6C34878D82A}">
                    <a16:rowId xmlns:a16="http://schemas.microsoft.com/office/drawing/2014/main" val="4146885374"/>
                  </a:ext>
                </a:extLst>
              </a:tr>
              <a:tr h="370840">
                <a:tc>
                  <a:txBody>
                    <a:bodyPr/>
                    <a:lstStyle/>
                    <a:p>
                      <a:pPr lvl="0">
                        <a:buNone/>
                      </a:pPr>
                      <a:r>
                        <a:rPr lang="en-US" sz="1800" b="0" i="0" u="none" strike="noStrike" noProof="0">
                          <a:latin typeface="Aptos Light"/>
                        </a:rPr>
                        <a:t>MRR@K</a:t>
                      </a:r>
                    </a:p>
                  </a:txBody>
                  <a:tcPr/>
                </a:tc>
                <a:tc>
                  <a:txBody>
                    <a:bodyPr/>
                    <a:lstStyle/>
                    <a:p>
                      <a:pPr lvl="0">
                        <a:buNone/>
                      </a:pPr>
                      <a:r>
                        <a:rPr lang="en-US" sz="1800" b="0" i="0" u="none" strike="noStrike" noProof="0">
                          <a:solidFill>
                            <a:srgbClr val="131313"/>
                          </a:solidFill>
                          <a:latin typeface="Aptos Light"/>
                        </a:rPr>
                        <a:t>Mean Reciprocal Rank</a:t>
                      </a:r>
                      <a:endParaRPr lang="en-US"/>
                    </a:p>
                  </a:txBody>
                  <a:tcPr/>
                </a:tc>
                <a:tc>
                  <a:txBody>
                    <a:bodyPr/>
                    <a:lstStyle/>
                    <a:p>
                      <a:pPr lvl="0">
                        <a:buNone/>
                      </a:pPr>
                      <a:r>
                        <a:rPr lang="en-US" sz="1800" b="0" i="0" u="none" strike="noStrike" noProof="0">
                          <a:latin typeface="Aptos Light"/>
                        </a:rPr>
                        <a:t>Higher = first relevant result appears earlier</a:t>
                      </a:r>
                      <a:endParaRPr lang="en-US"/>
                    </a:p>
                  </a:txBody>
                  <a:tcPr/>
                </a:tc>
                <a:extLst>
                  <a:ext uri="{0D108BD9-81ED-4DB2-BD59-A6C34878D82A}">
                    <a16:rowId xmlns:a16="http://schemas.microsoft.com/office/drawing/2014/main" val="3415542628"/>
                  </a:ext>
                </a:extLst>
              </a:tr>
              <a:tr h="370839">
                <a:tc>
                  <a:txBody>
                    <a:bodyPr/>
                    <a:lstStyle/>
                    <a:p>
                      <a:pPr lvl="0">
                        <a:buNone/>
                      </a:pPr>
                      <a:r>
                        <a:rPr lang="en-US" sz="1800" b="0" i="0" u="none" strike="noStrike" noProof="0"/>
                        <a:t>MAP@K</a:t>
                      </a:r>
                      <a:endParaRPr lang="en-US"/>
                    </a:p>
                  </a:txBody>
                  <a:tcPr/>
                </a:tc>
                <a:tc>
                  <a:txBody>
                    <a:bodyPr/>
                    <a:lstStyle/>
                    <a:p>
                      <a:pPr lvl="0">
                        <a:buNone/>
                      </a:pPr>
                      <a:r>
                        <a:rPr lang="en-US" sz="1800" b="0" i="0" u="none" strike="noStrike" noProof="0">
                          <a:latin typeface="Aptos Light"/>
                        </a:rPr>
                        <a:t>Mean Average Precision</a:t>
                      </a:r>
                      <a:endParaRPr lang="en-US"/>
                    </a:p>
                  </a:txBody>
                  <a:tcPr/>
                </a:tc>
                <a:tc>
                  <a:txBody>
                    <a:bodyPr/>
                    <a:lstStyle/>
                    <a:p>
                      <a:pPr lvl="0">
                        <a:buNone/>
                      </a:pPr>
                      <a:r>
                        <a:rPr lang="en-US" sz="1800" b="0" i="0" u="none" strike="noStrike" noProof="0">
                          <a:latin typeface="Aptos Light"/>
                        </a:rPr>
                        <a:t>Higher = overall ranking quality</a:t>
                      </a:r>
                      <a:endParaRPr lang="en-US"/>
                    </a:p>
                  </a:txBody>
                  <a:tcPr/>
                </a:tc>
                <a:extLst>
                  <a:ext uri="{0D108BD9-81ED-4DB2-BD59-A6C34878D82A}">
                    <a16:rowId xmlns:a16="http://schemas.microsoft.com/office/drawing/2014/main" val="26581206"/>
                  </a:ext>
                </a:extLst>
              </a:tr>
            </a:tbl>
          </a:graphicData>
        </a:graphic>
      </p:graphicFrame>
      <p:sp>
        <p:nvSpPr>
          <p:cNvPr id="8" name="TextBox 7">
            <a:extLst>
              <a:ext uri="{FF2B5EF4-FFF2-40B4-BE49-F238E27FC236}">
                <a16:creationId xmlns:a16="http://schemas.microsoft.com/office/drawing/2014/main" id="{C06049EF-EC13-BB09-5B76-907F196B03ED}"/>
              </a:ext>
            </a:extLst>
          </p:cNvPr>
          <p:cNvSpPr txBox="1"/>
          <p:nvPr/>
        </p:nvSpPr>
        <p:spPr>
          <a:xfrm>
            <a:off x="466319" y="993462"/>
            <a:ext cx="11282899" cy="50783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t>Approach: Generate embeddings only for the 5K holdout data set using TF-IDF, Base ST, Finetuned ST and ada-002. Use ada-002 top K recommendations as the ground truth and calculate the following metrics.</a:t>
            </a:r>
          </a:p>
          <a:p>
            <a:pPr marL="285750" indent="-285750">
              <a:buFont typeface="Arial"/>
              <a:buChar char="•"/>
            </a:pPr>
            <a:endParaRPr lang="en-US"/>
          </a:p>
          <a:p>
            <a:pPr marL="285750" indent="-285750">
              <a:buFont typeface="Arial"/>
              <a:buChar char="•"/>
            </a:pPr>
            <a:endParaRPr lang="en-US"/>
          </a:p>
          <a:p>
            <a:pPr marL="285750" indent="-285750">
              <a:buFont typeface="Arial"/>
              <a:buChar char="•"/>
            </a:pPr>
            <a:endParaRPr lang="en-US"/>
          </a:p>
          <a:p>
            <a:pPr marL="285750" indent="-285750">
              <a:buFont typeface="Arial"/>
              <a:buChar char="•"/>
            </a:pPr>
            <a:endParaRPr lang="en-US"/>
          </a:p>
          <a:p>
            <a:pPr marL="285750" indent="-285750">
              <a:buFont typeface="Arial"/>
              <a:buChar char="•"/>
            </a:pPr>
            <a:endParaRPr lang="en-US"/>
          </a:p>
          <a:p>
            <a:pPr marL="285750" indent="-285750">
              <a:buFont typeface="Arial"/>
              <a:buChar char="•"/>
            </a:pPr>
            <a:endParaRPr lang="en-US"/>
          </a:p>
          <a:p>
            <a:pPr marL="285750" indent="-285750">
              <a:buFont typeface="Arial"/>
              <a:buChar char="•"/>
            </a:pPr>
            <a:endParaRPr lang="en-US"/>
          </a:p>
          <a:p>
            <a:pPr marL="285750" indent="-285750">
              <a:buFont typeface="Arial"/>
              <a:buChar char="•"/>
            </a:pPr>
            <a:endParaRPr lang="en-US"/>
          </a:p>
          <a:p>
            <a:pPr marL="285750" indent="-285750">
              <a:buFont typeface="Arial"/>
              <a:buChar char="•"/>
            </a:pPr>
            <a:endParaRPr lang="en-US"/>
          </a:p>
          <a:p>
            <a:pPr marL="285750" indent="-285750">
              <a:buFont typeface="Arial"/>
              <a:buChar char="•"/>
            </a:pPr>
            <a:endParaRPr lang="en-US"/>
          </a:p>
          <a:p>
            <a:pPr marL="285750" indent="-285750">
              <a:buFont typeface="Arial"/>
              <a:buChar char="•"/>
            </a:pPr>
            <a:endParaRPr lang="en-US"/>
          </a:p>
          <a:p>
            <a:pPr marL="285750" indent="-285750">
              <a:buFont typeface="Arial"/>
              <a:buChar char="•"/>
            </a:pPr>
            <a:endParaRPr lang="en-US"/>
          </a:p>
          <a:p>
            <a:pPr marL="285750" indent="-285750">
              <a:buFont typeface="Arial"/>
              <a:buChar char="•"/>
            </a:pPr>
            <a:r>
              <a:rPr lang="en-US"/>
              <a:t>These metrics were selected as they reflect the quality of recommendations and indicate how closely the finetuned model mimics ada-002.</a:t>
            </a:r>
          </a:p>
          <a:p>
            <a:pPr marL="285750" indent="-285750">
              <a:buFont typeface="Arial"/>
              <a:buChar char="•"/>
            </a:pPr>
            <a:r>
              <a:rPr lang="en-US"/>
              <a:t>The above metrics were calculated for 5000 data points with different values of K and the average is </a:t>
            </a:r>
            <a:r>
              <a:rPr lang="en-US" err="1"/>
              <a:t>ploted</a:t>
            </a:r>
            <a:r>
              <a:rPr lang="en-US"/>
              <a:t> in the graph. The shaded area indicates the standard deviation.</a:t>
            </a:r>
          </a:p>
        </p:txBody>
      </p:sp>
    </p:spTree>
    <p:extLst>
      <p:ext uri="{BB962C8B-B14F-4D97-AF65-F5344CB8AC3E}">
        <p14:creationId xmlns:p14="http://schemas.microsoft.com/office/powerpoint/2010/main" val="602195042"/>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9BCD16B-C558-6702-9A13-3538FFC5BA42}"/>
              </a:ext>
            </a:extLst>
          </p:cNvPr>
          <p:cNvPicPr>
            <a:picLocks noChangeAspect="1"/>
          </p:cNvPicPr>
          <p:nvPr/>
        </p:nvPicPr>
        <p:blipFill>
          <a:blip r:embed="rId2"/>
          <a:stretch>
            <a:fillRect/>
          </a:stretch>
        </p:blipFill>
        <p:spPr>
          <a:xfrm>
            <a:off x="2034686" y="68263"/>
            <a:ext cx="8122628" cy="6721475"/>
          </a:xfrm>
          <a:prstGeom prst="rect">
            <a:avLst/>
          </a:prstGeom>
          <a:noFill/>
        </p:spPr>
      </p:pic>
    </p:spTree>
    <p:extLst>
      <p:ext uri="{BB962C8B-B14F-4D97-AF65-F5344CB8AC3E}">
        <p14:creationId xmlns:p14="http://schemas.microsoft.com/office/powerpoint/2010/main" val="35446695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F844E-F95C-F1B7-1A22-3F1A2BA907F3}"/>
              </a:ext>
            </a:extLst>
          </p:cNvPr>
          <p:cNvSpPr>
            <a:spLocks noGrp="1"/>
          </p:cNvSpPr>
          <p:nvPr>
            <p:ph type="title"/>
          </p:nvPr>
        </p:nvSpPr>
        <p:spPr>
          <a:xfrm>
            <a:off x="3838028" y="2896660"/>
            <a:ext cx="4515943" cy="1064680"/>
          </a:xfrm>
        </p:spPr>
        <p:txBody>
          <a:bodyPr anchor="b">
            <a:normAutofit/>
          </a:bodyPr>
          <a:lstStyle/>
          <a:p>
            <a:r>
              <a:rPr lang="en-US"/>
              <a:t>Deployment</a:t>
            </a:r>
          </a:p>
        </p:txBody>
      </p:sp>
    </p:spTree>
    <p:extLst>
      <p:ext uri="{BB962C8B-B14F-4D97-AF65-F5344CB8AC3E}">
        <p14:creationId xmlns:p14="http://schemas.microsoft.com/office/powerpoint/2010/main" val="46053949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2076F-611B-9860-C564-B88823116BDD}"/>
              </a:ext>
            </a:extLst>
          </p:cNvPr>
          <p:cNvSpPr>
            <a:spLocks noGrp="1"/>
          </p:cNvSpPr>
          <p:nvPr>
            <p:ph type="title"/>
          </p:nvPr>
        </p:nvSpPr>
        <p:spPr>
          <a:xfrm>
            <a:off x="612648" y="502920"/>
            <a:ext cx="4669536" cy="1453896"/>
          </a:xfrm>
        </p:spPr>
        <p:txBody>
          <a:bodyPr anchor="t">
            <a:normAutofit/>
          </a:bodyPr>
          <a:lstStyle/>
          <a:p>
            <a:r>
              <a:rPr lang="en-US"/>
              <a:t>Deployment Architecture</a:t>
            </a:r>
          </a:p>
        </p:txBody>
      </p:sp>
      <p:pic>
        <p:nvPicPr>
          <p:cNvPr id="5" name="Content Placeholder 4" descr="Big Data, Cloud Computing, Block Chain, Hybrid Cloud, Multi Cloud, web3, metaverse">
            <a:extLst>
              <a:ext uri="{FF2B5EF4-FFF2-40B4-BE49-F238E27FC236}">
                <a16:creationId xmlns:a16="http://schemas.microsoft.com/office/drawing/2014/main" id="{8C8C6D40-FD03-4208-ACFF-3FFF0466D467}"/>
              </a:ext>
            </a:extLst>
          </p:cNvPr>
          <p:cNvPicPr>
            <a:picLocks noGrp="1" noChangeAspect="1"/>
          </p:cNvPicPr>
          <p:nvPr>
            <p:ph type="pic" sz="quarter" idx="15"/>
          </p:nvPr>
        </p:nvPicPr>
        <p:blipFill>
          <a:blip r:embed="rId3"/>
          <a:srcRect l="27391" r="10246"/>
          <a:stretch>
            <a:fillRect/>
          </a:stretch>
        </p:blipFill>
        <p:spPr>
          <a:xfrm>
            <a:off x="715970" y="1415701"/>
            <a:ext cx="4669536" cy="4024566"/>
          </a:xfrm>
          <a:prstGeom prst="rect">
            <a:avLst/>
          </a:prstGeom>
          <a:noFill/>
        </p:spPr>
      </p:pic>
      <p:sp>
        <p:nvSpPr>
          <p:cNvPr id="4" name="Content Placeholder 3">
            <a:extLst>
              <a:ext uri="{FF2B5EF4-FFF2-40B4-BE49-F238E27FC236}">
                <a16:creationId xmlns:a16="http://schemas.microsoft.com/office/drawing/2014/main" id="{3B8894B6-7D1F-BA3D-8A62-AA9C23D262A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15186" y="1234042"/>
            <a:ext cx="5471160" cy="5447201"/>
          </a:xfrm>
        </p:spPr>
        <p:txBody>
          <a:bodyPr vert="horz" lIns="91440" tIns="45720" rIns="91440" bIns="45720" rtlCol="0" anchor="t">
            <a:normAutofit lnSpcReduction="10000"/>
          </a:bodyPr>
          <a:lstStyle/>
          <a:p>
            <a:pPr marL="0" indent="0">
              <a:spcBef>
                <a:spcPts val="2500"/>
              </a:spcBef>
              <a:buNone/>
            </a:pPr>
            <a:r>
              <a:rPr lang="en-US" b="1">
                <a:hlinkClick r:id="rId4"/>
              </a:rPr>
              <a:t>Link to demo for ada-002 distillation</a:t>
            </a:r>
            <a:endParaRPr lang="en-US" b="1"/>
          </a:p>
          <a:p>
            <a:pPr marL="0" indent="0">
              <a:spcBef>
                <a:spcPts val="2500"/>
              </a:spcBef>
              <a:buNone/>
            </a:pPr>
            <a:r>
              <a:rPr lang="en-US" b="1">
                <a:hlinkClick r:id="rId5"/>
              </a:rPr>
              <a:t>Link to demo for LLM as Judge</a:t>
            </a:r>
            <a:endParaRPr lang="en-US" b="1"/>
          </a:p>
          <a:p>
            <a:pPr marL="0" indent="0">
              <a:spcBef>
                <a:spcPts val="2500"/>
              </a:spcBef>
              <a:buNone/>
            </a:pPr>
            <a:r>
              <a:rPr lang="en-US" b="1"/>
              <a:t>Serverless Execution with Cloud Run</a:t>
            </a:r>
            <a:endParaRPr lang="en-US"/>
          </a:p>
          <a:p>
            <a:pPr marL="0" lvl="1" indent="0">
              <a:buFont typeface="Arial" panose="020B0604020202020204" pitchFamily="34" charset="0"/>
              <a:buNone/>
            </a:pPr>
            <a:r>
              <a:t>Using serverless Cloud Run ensures scalable and cost-efficient deployment of microservices.</a:t>
            </a:r>
            <a:endParaRPr lang="en-US"/>
          </a:p>
          <a:p>
            <a:pPr marL="0" indent="0">
              <a:spcBef>
                <a:spcPts val="2500"/>
              </a:spcBef>
              <a:buFont typeface="Arial" panose="020B0604020202020204" pitchFamily="34" charset="0"/>
              <a:buNone/>
            </a:pPr>
            <a:r>
              <a:rPr lang="en-US" b="1"/>
              <a:t>Microservices Architecture</a:t>
            </a:r>
          </a:p>
          <a:p>
            <a:pPr marL="0" lvl="1" indent="0">
              <a:buFont typeface="Arial" panose="020B0604020202020204" pitchFamily="34" charset="0"/>
              <a:buNone/>
            </a:pPr>
            <a:r>
              <a:t>Gateway routes requests to three independent microservices hosting different models for scalability and isolation.</a:t>
            </a:r>
            <a:endParaRPr lang="en-US"/>
          </a:p>
          <a:p>
            <a:pPr marL="0" indent="0">
              <a:spcBef>
                <a:spcPts val="2500"/>
              </a:spcBef>
              <a:buFont typeface="Arial" panose="020B0604020202020204" pitchFamily="34" charset="0"/>
              <a:buNone/>
            </a:pPr>
            <a:r>
              <a:rPr lang="en-US" b="1"/>
              <a:t>Optimized Docker Images</a:t>
            </a:r>
          </a:p>
          <a:p>
            <a:pPr marL="0" lvl="1" indent="0">
              <a:buFont typeface="Arial" panose="020B0604020202020204" pitchFamily="34" charset="0"/>
              <a:buNone/>
            </a:pPr>
            <a:r>
              <a:t>Model artifacts are baked into Docker images to reduce startup latency and improve performance.</a:t>
            </a:r>
            <a:endParaRPr lang="en-US"/>
          </a:p>
          <a:p>
            <a:pPr marL="0" indent="0">
              <a:spcBef>
                <a:spcPts val="2500"/>
              </a:spcBef>
              <a:buFont typeface="Arial" panose="020B0604020202020204" pitchFamily="34" charset="0"/>
              <a:buNone/>
            </a:pPr>
            <a:r>
              <a:rPr lang="en-US" b="1"/>
              <a:t>Cost Optimization Strategy</a:t>
            </a:r>
          </a:p>
          <a:p>
            <a:pPr marL="0" lvl="1" indent="0">
              <a:buFont typeface="Arial" panose="020B0604020202020204" pitchFamily="34" charset="0"/>
              <a:buNone/>
            </a:pPr>
            <a:r>
              <a:t>Min-instances set to zero balances cost savings with minor cold start delays in production.</a:t>
            </a:r>
            <a:endParaRPr lang="en-US"/>
          </a:p>
        </p:txBody>
      </p:sp>
    </p:spTree>
    <p:extLst>
      <p:ext uri="{BB962C8B-B14F-4D97-AF65-F5344CB8AC3E}">
        <p14:creationId xmlns:p14="http://schemas.microsoft.com/office/powerpoint/2010/main" val="203560423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A screenshot of a computer&#10;&#10;AI-generated content may be incorrect.">
            <a:extLst>
              <a:ext uri="{FF2B5EF4-FFF2-40B4-BE49-F238E27FC236}">
                <a16:creationId xmlns:a16="http://schemas.microsoft.com/office/drawing/2014/main" id="{36910418-840B-9398-8591-FFC205042A4F}"/>
              </a:ext>
            </a:extLst>
          </p:cNvPr>
          <p:cNvPicPr>
            <a:picLocks noChangeAspect="1"/>
          </p:cNvPicPr>
          <p:nvPr/>
        </p:nvPicPr>
        <p:blipFill>
          <a:blip r:embed="rId3">
            <a:extLst>
              <a:ext uri="{28A0092B-C50C-407E-A947-70E740481C1C}">
                <a14:useLocalDpi xmlns:a14="http://schemas.microsoft.com/office/drawing/2010/main" val="0"/>
              </a:ext>
            </a:extLst>
          </a:blip>
          <a:srcRect t="22" b="14427"/>
          <a:stretch>
            <a:fillRect/>
          </a:stretch>
        </p:blipFill>
        <p:spPr>
          <a:xfrm>
            <a:off x="20" y="10"/>
            <a:ext cx="12191980" cy="6857990"/>
          </a:xfrm>
          <a:prstGeom prst="rect">
            <a:avLst/>
          </a:prstGeom>
          <a:noFill/>
        </p:spPr>
      </p:pic>
    </p:spTree>
    <p:extLst>
      <p:ext uri="{BB962C8B-B14F-4D97-AF65-F5344CB8AC3E}">
        <p14:creationId xmlns:p14="http://schemas.microsoft.com/office/powerpoint/2010/main" val="3443394659"/>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B375D0-6305-1356-4716-4FFC0C8D5F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C9AA9C-46B5-09DD-635C-29E38C911889}"/>
              </a:ext>
            </a:extLst>
          </p:cNvPr>
          <p:cNvSpPr>
            <a:spLocks noGrp="1"/>
          </p:cNvSpPr>
          <p:nvPr>
            <p:ph type="title"/>
          </p:nvPr>
        </p:nvSpPr>
        <p:spPr>
          <a:xfrm>
            <a:off x="3838028" y="2896660"/>
            <a:ext cx="4515943" cy="1064680"/>
          </a:xfrm>
        </p:spPr>
        <p:txBody>
          <a:bodyPr anchor="b">
            <a:normAutofit/>
          </a:bodyPr>
          <a:lstStyle/>
          <a:p>
            <a:r>
              <a:rPr lang="en-US"/>
              <a:t>Limitations</a:t>
            </a:r>
          </a:p>
        </p:txBody>
      </p:sp>
    </p:spTree>
    <p:extLst>
      <p:ext uri="{BB962C8B-B14F-4D97-AF65-F5344CB8AC3E}">
        <p14:creationId xmlns:p14="http://schemas.microsoft.com/office/powerpoint/2010/main" val="26275031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09963-54D5-1AF8-2AEE-6FAFDF805C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A6433E-5E71-09CF-4F19-1BAD7C94C946}"/>
              </a:ext>
            </a:extLst>
          </p:cNvPr>
          <p:cNvSpPr>
            <a:spLocks noGrp="1"/>
          </p:cNvSpPr>
          <p:nvPr>
            <p:ph type="title"/>
          </p:nvPr>
        </p:nvSpPr>
        <p:spPr>
          <a:xfrm>
            <a:off x="411148" y="502920"/>
            <a:ext cx="4669536" cy="681458"/>
          </a:xfrm>
        </p:spPr>
        <p:txBody>
          <a:bodyPr anchor="t">
            <a:normAutofit/>
          </a:bodyPr>
          <a:lstStyle/>
          <a:p>
            <a:r>
              <a:rPr lang="en-US"/>
              <a:t>Limitations</a:t>
            </a:r>
          </a:p>
        </p:txBody>
      </p:sp>
      <p:sp>
        <p:nvSpPr>
          <p:cNvPr id="5" name="Content Placeholder 4">
            <a:extLst>
              <a:ext uri="{FF2B5EF4-FFF2-40B4-BE49-F238E27FC236}">
                <a16:creationId xmlns:a16="http://schemas.microsoft.com/office/drawing/2014/main" id="{23938401-7EB1-8C0A-1DB7-526F45C3237D}"/>
              </a:ext>
            </a:extLst>
          </p:cNvPr>
          <p:cNvSpPr>
            <a:spLocks noGrp="1"/>
          </p:cNvSpPr>
          <p:nvPr>
            <p:ph sz="quarter" idx="14"/>
          </p:nvPr>
        </p:nvSpPr>
        <p:spPr>
          <a:xfrm>
            <a:off x="411238" y="1047205"/>
            <a:ext cx="10926112" cy="5331776"/>
          </a:xfrm>
        </p:spPr>
        <p:txBody>
          <a:bodyPr vert="horz" lIns="91440" tIns="45720" rIns="91440" bIns="45720" rtlCol="0" anchor="t">
            <a:normAutofit/>
          </a:bodyPr>
          <a:lstStyle/>
          <a:p>
            <a:endParaRPr lang="en-US"/>
          </a:p>
          <a:p>
            <a:endParaRPr lang="en-US"/>
          </a:p>
        </p:txBody>
      </p:sp>
      <p:sp>
        <p:nvSpPr>
          <p:cNvPr id="4" name="TextBox 3">
            <a:extLst>
              <a:ext uri="{FF2B5EF4-FFF2-40B4-BE49-F238E27FC236}">
                <a16:creationId xmlns:a16="http://schemas.microsoft.com/office/drawing/2014/main" id="{C4CFE5B6-1458-7EA6-26E8-17CAAB92D985}"/>
              </a:ext>
            </a:extLst>
          </p:cNvPr>
          <p:cNvSpPr txBox="1"/>
          <p:nvPr/>
        </p:nvSpPr>
        <p:spPr>
          <a:xfrm>
            <a:off x="416190" y="1050806"/>
            <a:ext cx="11293338"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t>With just 10K training pairs, we were only able to show a small improvement. We might be able increase the number of training pairs to get better performance.</a:t>
            </a:r>
          </a:p>
          <a:p>
            <a:pPr marL="285750" indent="-285750">
              <a:buFont typeface="Arial"/>
              <a:buChar char="•"/>
            </a:pPr>
            <a:r>
              <a:rPr lang="en-US"/>
              <a:t>With only 384 dimensions, the representation power of '</a:t>
            </a:r>
            <a:r>
              <a:rPr lang="en-US">
                <a:ea typeface="+mn-lt"/>
                <a:cs typeface="+mn-lt"/>
              </a:rPr>
              <a:t>all-minilm-l6-v2' is limited and will not able to achieve the same performance of ada-002 across multiple domains. In fact, the embedding space completely collapsed in some of the attempts.</a:t>
            </a:r>
          </a:p>
          <a:p>
            <a:pPr marL="285750" indent="-285750">
              <a:buFont typeface="Arial"/>
              <a:buChar char="•"/>
            </a:pPr>
            <a:r>
              <a:rPr lang="en-US">
                <a:ea typeface="+mn-lt"/>
                <a:cs typeface="+mn-lt"/>
              </a:rPr>
              <a:t>The representation power of ada-002 itself is limited as it is an outdated embedding model. We used it as it was cheaper than the newer ones and was readily accessible.</a:t>
            </a:r>
          </a:p>
          <a:p>
            <a:pPr marL="285750" indent="-285750">
              <a:buFont typeface="Arial"/>
              <a:buChar char="•"/>
            </a:pPr>
            <a:r>
              <a:rPr lang="en-US">
                <a:ea typeface="+mn-lt"/>
                <a:cs typeface="+mn-lt"/>
              </a:rPr>
              <a:t>We could have used more data to train for LLM as Judge, but due to latency issues and cost issues, did not do. </a:t>
            </a:r>
          </a:p>
        </p:txBody>
      </p:sp>
    </p:spTree>
    <p:extLst>
      <p:ext uri="{BB962C8B-B14F-4D97-AF65-F5344CB8AC3E}">
        <p14:creationId xmlns:p14="http://schemas.microsoft.com/office/powerpoint/2010/main" val="3280820076"/>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0CC1E-B5C3-0D36-22F7-18C596CC0B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2F078A-AA5B-EC22-183D-8925C0F61136}"/>
              </a:ext>
            </a:extLst>
          </p:cNvPr>
          <p:cNvSpPr>
            <a:spLocks noGrp="1"/>
          </p:cNvSpPr>
          <p:nvPr>
            <p:ph type="title"/>
          </p:nvPr>
        </p:nvSpPr>
        <p:spPr>
          <a:xfrm>
            <a:off x="3420494" y="2896660"/>
            <a:ext cx="6311340" cy="1064680"/>
          </a:xfrm>
        </p:spPr>
        <p:txBody>
          <a:bodyPr anchor="b">
            <a:normAutofit/>
          </a:bodyPr>
          <a:lstStyle/>
          <a:p>
            <a:r>
              <a:rPr lang="en-US"/>
              <a:t>Contributions</a:t>
            </a:r>
          </a:p>
        </p:txBody>
      </p:sp>
    </p:spTree>
    <p:extLst>
      <p:ext uri="{BB962C8B-B14F-4D97-AF65-F5344CB8AC3E}">
        <p14:creationId xmlns:p14="http://schemas.microsoft.com/office/powerpoint/2010/main" val="91020700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0894B-6D0D-5E82-8B40-8741D31DA0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8AA519-EB94-2BB6-4725-405811319AC7}"/>
              </a:ext>
            </a:extLst>
          </p:cNvPr>
          <p:cNvSpPr>
            <a:spLocks noGrp="1"/>
          </p:cNvSpPr>
          <p:nvPr>
            <p:ph type="title"/>
          </p:nvPr>
        </p:nvSpPr>
        <p:spPr>
          <a:xfrm>
            <a:off x="411148" y="502920"/>
            <a:ext cx="4669536" cy="524884"/>
          </a:xfrm>
        </p:spPr>
        <p:txBody>
          <a:bodyPr anchor="t">
            <a:normAutofit/>
          </a:bodyPr>
          <a:lstStyle/>
          <a:p>
            <a:r>
              <a:rPr lang="en-US"/>
              <a:t>Contributions</a:t>
            </a:r>
          </a:p>
        </p:txBody>
      </p:sp>
      <p:sp>
        <p:nvSpPr>
          <p:cNvPr id="5" name="Content Placeholder 4">
            <a:extLst>
              <a:ext uri="{FF2B5EF4-FFF2-40B4-BE49-F238E27FC236}">
                <a16:creationId xmlns:a16="http://schemas.microsoft.com/office/drawing/2014/main" id="{A8785112-7C1C-8C6A-D1D7-52DF9621E1EE}"/>
              </a:ext>
            </a:extLst>
          </p:cNvPr>
          <p:cNvSpPr>
            <a:spLocks noGrp="1"/>
          </p:cNvSpPr>
          <p:nvPr>
            <p:ph sz="quarter" idx="14"/>
          </p:nvPr>
        </p:nvSpPr>
        <p:spPr>
          <a:xfrm>
            <a:off x="411238" y="1047205"/>
            <a:ext cx="10926112" cy="5331776"/>
          </a:xfrm>
        </p:spPr>
        <p:txBody>
          <a:bodyPr vert="horz" lIns="91440" tIns="45720" rIns="91440" bIns="45720" rtlCol="0" anchor="t">
            <a:normAutofit/>
          </a:bodyPr>
          <a:lstStyle/>
          <a:p>
            <a:r>
              <a:rPr lang="en-US" sz="1800"/>
              <a:t>We followed an ensemble  technique. Both of us independently worked on each phase of the project, compared results and took the best from both work.</a:t>
            </a:r>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a:p>
            <a:endParaRPr lang="en-US"/>
          </a:p>
        </p:txBody>
      </p:sp>
      <p:graphicFrame>
        <p:nvGraphicFramePr>
          <p:cNvPr id="3" name="Table 2">
            <a:extLst>
              <a:ext uri="{FF2B5EF4-FFF2-40B4-BE49-F238E27FC236}">
                <a16:creationId xmlns:a16="http://schemas.microsoft.com/office/drawing/2014/main" id="{3BC762E7-EA78-9567-DDD5-DE9F4B9E19AA}"/>
              </a:ext>
            </a:extLst>
          </p:cNvPr>
          <p:cNvGraphicFramePr>
            <a:graphicFrameLocks noGrp="1"/>
          </p:cNvGraphicFramePr>
          <p:nvPr>
            <p:extLst>
              <p:ext uri="{D42A27DB-BD31-4B8C-83A1-F6EECF244321}">
                <p14:modId xmlns:p14="http://schemas.microsoft.com/office/powerpoint/2010/main" val="721714012"/>
              </p:ext>
            </p:extLst>
          </p:nvPr>
        </p:nvGraphicFramePr>
        <p:xfrm>
          <a:off x="738201" y="2048047"/>
          <a:ext cx="8424649" cy="4127238"/>
        </p:xfrm>
        <a:graphic>
          <a:graphicData uri="http://schemas.openxmlformats.org/drawingml/2006/table">
            <a:tbl>
              <a:tblPr firstRow="1" bandRow="1">
                <a:tableStyleId>{5C22544A-7EE6-4342-B048-85BDC9FD1C3A}</a:tableStyleId>
              </a:tblPr>
              <a:tblGrid>
                <a:gridCol w="2722879">
                  <a:extLst>
                    <a:ext uri="{9D8B030D-6E8A-4147-A177-3AD203B41FA5}">
                      <a16:colId xmlns:a16="http://schemas.microsoft.com/office/drawing/2014/main" val="2285021116"/>
                    </a:ext>
                  </a:extLst>
                </a:gridCol>
                <a:gridCol w="5701770">
                  <a:extLst>
                    <a:ext uri="{9D8B030D-6E8A-4147-A177-3AD203B41FA5}">
                      <a16:colId xmlns:a16="http://schemas.microsoft.com/office/drawing/2014/main" val="2897318585"/>
                    </a:ext>
                  </a:extLst>
                </a:gridCol>
              </a:tblGrid>
              <a:tr h="378198">
                <a:tc>
                  <a:txBody>
                    <a:bodyPr/>
                    <a:lstStyle/>
                    <a:p>
                      <a:pPr lvl="0">
                        <a:buNone/>
                      </a:pPr>
                      <a:r>
                        <a:rPr lang="en-US" sz="1800" b="1" i="0" u="none" strike="noStrike" noProof="0">
                          <a:solidFill>
                            <a:schemeClr val="bg1"/>
                          </a:solidFill>
                          <a:latin typeface="Aptos Light"/>
                        </a:rPr>
                        <a:t>Name</a:t>
                      </a:r>
                    </a:p>
                  </a:txBody>
                  <a:tcPr/>
                </a:tc>
                <a:tc>
                  <a:txBody>
                    <a:bodyPr/>
                    <a:lstStyle/>
                    <a:p>
                      <a:pPr lvl="0">
                        <a:buNone/>
                      </a:pPr>
                      <a:r>
                        <a:rPr lang="en-US" sz="1800" b="1" i="0" u="none" strike="noStrike" noProof="0">
                          <a:solidFill>
                            <a:schemeClr val="bg1"/>
                          </a:solidFill>
                          <a:latin typeface="Aptos Light"/>
                        </a:rPr>
                        <a:t>Contribution</a:t>
                      </a:r>
                      <a:endParaRPr lang="en-US" sz="1800" b="1" i="0" u="none" strike="noStrike" noProof="0" err="1">
                        <a:solidFill>
                          <a:schemeClr val="bg1"/>
                        </a:solidFill>
                        <a:latin typeface="Aptos Light"/>
                      </a:endParaRPr>
                    </a:p>
                  </a:txBody>
                  <a:tcPr/>
                </a:tc>
                <a:extLst>
                  <a:ext uri="{0D108BD9-81ED-4DB2-BD59-A6C34878D82A}">
                    <a16:rowId xmlns:a16="http://schemas.microsoft.com/office/drawing/2014/main" val="3734938911"/>
                  </a:ext>
                </a:extLst>
              </a:tr>
              <a:tr h="370840">
                <a:tc>
                  <a:txBody>
                    <a:bodyPr/>
                    <a:lstStyle/>
                    <a:p>
                      <a:pPr lvl="0">
                        <a:buNone/>
                      </a:pPr>
                      <a:r>
                        <a:rPr lang="en-US" sz="1800" b="0" i="0" u="none" strike="noStrike" noProof="0" err="1">
                          <a:latin typeface="Aptos Light"/>
                        </a:rPr>
                        <a:t>Grampurohit</a:t>
                      </a:r>
                      <a:r>
                        <a:rPr lang="en-US" sz="1800" b="0" i="0" u="none" strike="noStrike" noProof="0">
                          <a:latin typeface="Aptos Light"/>
                        </a:rPr>
                        <a:t> Santosh</a:t>
                      </a:r>
                      <a:endParaRPr lang="en-US"/>
                    </a:p>
                  </a:txBody>
                  <a:tcPr/>
                </a:tc>
                <a:tc>
                  <a:txBody>
                    <a:bodyPr/>
                    <a:lstStyle/>
                    <a:p>
                      <a:pPr marL="285750" lvl="0" indent="-285750">
                        <a:buFont typeface="Arial"/>
                        <a:buChar char="•"/>
                      </a:pPr>
                      <a:r>
                        <a:rPr lang="en-US" sz="1800" b="0" i="0" u="none" strike="noStrike" noProof="0"/>
                        <a:t>Problem Statement</a:t>
                      </a:r>
                    </a:p>
                    <a:p>
                      <a:pPr marL="285750" lvl="0" indent="-285750">
                        <a:buFont typeface="Arial"/>
                        <a:buChar char="•"/>
                      </a:pPr>
                      <a:r>
                        <a:rPr lang="en-US" sz="1800" b="0" i="0" u="none" strike="noStrike" noProof="0"/>
                        <a:t>Data Preparation</a:t>
                      </a:r>
                    </a:p>
                    <a:p>
                      <a:pPr marL="285750" lvl="0" indent="-285750">
                        <a:buFont typeface="Arial"/>
                        <a:buChar char="•"/>
                      </a:pPr>
                      <a:r>
                        <a:rPr lang="en-US" sz="1800" b="0" i="0" u="none" strike="noStrike" noProof="0"/>
                        <a:t>Data Modelling</a:t>
                      </a:r>
                    </a:p>
                    <a:p>
                      <a:pPr marL="285750" lvl="0" indent="-285750">
                        <a:buFont typeface="Arial"/>
                        <a:buChar char="•"/>
                      </a:pPr>
                      <a:r>
                        <a:rPr lang="en-US" sz="1800" b="0" i="0" u="none" strike="noStrike" noProof="0"/>
                        <a:t>Evaluation</a:t>
                      </a:r>
                    </a:p>
                    <a:p>
                      <a:pPr marL="285750" lvl="0" indent="-285750">
                        <a:buFont typeface="Arial"/>
                        <a:buChar char="•"/>
                      </a:pPr>
                      <a:r>
                        <a:rPr lang="en-US" sz="1800" b="0" i="0" u="none" strike="noStrike" noProof="0"/>
                        <a:t>Deployment</a:t>
                      </a:r>
                    </a:p>
                    <a:p>
                      <a:pPr marL="285750" lvl="0" indent="-285750">
                        <a:buFont typeface="Arial"/>
                        <a:buChar char="•"/>
                      </a:pPr>
                      <a:r>
                        <a:rPr lang="en-US" sz="1800" b="0" i="0" u="none" strike="noStrike" noProof="0"/>
                        <a:t>UI</a:t>
                      </a:r>
                    </a:p>
                    <a:p>
                      <a:pPr marL="0" lvl="0" indent="0">
                        <a:buNone/>
                      </a:pPr>
                      <a:endParaRPr lang="en-US" sz="1800" b="0" i="0" u="none" strike="noStrike" noProof="0"/>
                    </a:p>
                  </a:txBody>
                  <a:tcPr/>
                </a:tc>
                <a:extLst>
                  <a:ext uri="{0D108BD9-81ED-4DB2-BD59-A6C34878D82A}">
                    <a16:rowId xmlns:a16="http://schemas.microsoft.com/office/drawing/2014/main" val="2286339461"/>
                  </a:ext>
                </a:extLst>
              </a:tr>
              <a:tr h="370840">
                <a:tc>
                  <a:txBody>
                    <a:bodyPr/>
                    <a:lstStyle/>
                    <a:p>
                      <a:pPr lvl="0">
                        <a:buNone/>
                      </a:pPr>
                      <a:r>
                        <a:rPr lang="en-US" sz="1800" b="0" i="0" u="none" strike="noStrike" noProof="0"/>
                        <a:t>Amirthalingam</a:t>
                      </a:r>
                    </a:p>
                  </a:txBody>
                  <a:tcPr/>
                </a:tc>
                <a:tc>
                  <a:txBody>
                    <a:bodyPr/>
                    <a:lstStyle/>
                    <a:p>
                      <a:pPr marL="285750" lvl="0" indent="-285750">
                        <a:buClr>
                          <a:srgbClr val="131313"/>
                        </a:buClr>
                        <a:buFont typeface="Arial"/>
                        <a:buChar char="•"/>
                      </a:pPr>
                      <a:r>
                        <a:rPr lang="en-US" sz="1800" b="0" i="0" u="none" strike="noStrike" noProof="0">
                          <a:solidFill>
                            <a:srgbClr val="131313"/>
                          </a:solidFill>
                          <a:latin typeface="Aptos Light"/>
                        </a:rPr>
                        <a:t>Data Preparation</a:t>
                      </a:r>
                    </a:p>
                    <a:p>
                      <a:pPr marL="285750" lvl="0" indent="-285750">
                        <a:buClr>
                          <a:srgbClr val="131313"/>
                        </a:buClr>
                        <a:buFont typeface="Arial"/>
                        <a:buChar char="•"/>
                      </a:pPr>
                      <a:r>
                        <a:rPr lang="en-US" sz="1800" b="0" i="0" u="none" strike="noStrike" noProof="0">
                          <a:solidFill>
                            <a:srgbClr val="131313"/>
                          </a:solidFill>
                          <a:latin typeface="Aptos Light"/>
                        </a:rPr>
                        <a:t>Data Modelling</a:t>
                      </a:r>
                    </a:p>
                    <a:p>
                      <a:pPr marL="285750" lvl="0" indent="-285750">
                        <a:buClr>
                          <a:srgbClr val="131313"/>
                        </a:buClr>
                        <a:buFont typeface="Arial"/>
                        <a:buChar char="•"/>
                      </a:pPr>
                      <a:r>
                        <a:rPr lang="en-US" sz="1800" b="0" i="0" u="none" strike="noStrike" noProof="0">
                          <a:solidFill>
                            <a:srgbClr val="131313"/>
                          </a:solidFill>
                          <a:latin typeface="Aptos Light"/>
                        </a:rPr>
                        <a:t>Evaluation</a:t>
                      </a:r>
                    </a:p>
                    <a:p>
                      <a:pPr marL="285750" lvl="0" indent="-285750">
                        <a:buClr>
                          <a:srgbClr val="131313"/>
                        </a:buClr>
                        <a:buFont typeface="Arial"/>
                        <a:buChar char="•"/>
                      </a:pPr>
                      <a:r>
                        <a:rPr lang="en-US" sz="1800" b="0" i="0" u="none" strike="noStrike" noProof="0">
                          <a:solidFill>
                            <a:srgbClr val="131313"/>
                          </a:solidFill>
                          <a:latin typeface="Aptos Light"/>
                        </a:rPr>
                        <a:t>Deployment</a:t>
                      </a:r>
                    </a:p>
                    <a:p>
                      <a:pPr marL="285750" lvl="0" indent="-285750">
                        <a:buClr>
                          <a:srgbClr val="131313"/>
                        </a:buClr>
                        <a:buFont typeface="Arial"/>
                        <a:buChar char="•"/>
                      </a:pPr>
                      <a:r>
                        <a:rPr lang="en-US" sz="1800" b="0" i="0" u="none" strike="noStrike" noProof="0">
                          <a:solidFill>
                            <a:srgbClr val="131313"/>
                          </a:solidFill>
                          <a:latin typeface="Aptos Light"/>
                        </a:rPr>
                        <a:t>UI</a:t>
                      </a:r>
                    </a:p>
                    <a:p>
                      <a:pPr marL="285750" lvl="0" indent="-285750">
                        <a:buFont typeface="Arial"/>
                        <a:buChar char="•"/>
                      </a:pPr>
                      <a:r>
                        <a:rPr lang="en-US" sz="1800" b="0" i="0" u="none" strike="noStrike" noProof="0"/>
                        <a:t>Presentation and Reports.</a:t>
                      </a:r>
                    </a:p>
                  </a:txBody>
                  <a:tcPr/>
                </a:tc>
                <a:extLst>
                  <a:ext uri="{0D108BD9-81ED-4DB2-BD59-A6C34878D82A}">
                    <a16:rowId xmlns:a16="http://schemas.microsoft.com/office/drawing/2014/main" val="1551581696"/>
                  </a:ext>
                </a:extLst>
              </a:tr>
            </a:tbl>
          </a:graphicData>
        </a:graphic>
      </p:graphicFrame>
    </p:spTree>
    <p:extLst>
      <p:ext uri="{BB962C8B-B14F-4D97-AF65-F5344CB8AC3E}">
        <p14:creationId xmlns:p14="http://schemas.microsoft.com/office/powerpoint/2010/main" val="2550635222"/>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2CD86328-2369-3A09-9FA1-CD2F4BB020C2}"/>
              </a:ext>
            </a:extLst>
          </p:cNvPr>
          <p:cNvGraphicFramePr>
            <a:graphicFrameLocks noGrp="1"/>
          </p:cNvGraphicFramePr>
          <p:nvPr>
            <p:extLst>
              <p:ext uri="{D42A27DB-BD31-4B8C-83A1-F6EECF244321}">
                <p14:modId xmlns:p14="http://schemas.microsoft.com/office/powerpoint/2010/main" val="679089031"/>
              </p:ext>
            </p:extLst>
          </p:nvPr>
        </p:nvGraphicFramePr>
        <p:xfrm>
          <a:off x="80682" y="71719"/>
          <a:ext cx="12003744" cy="6565523"/>
        </p:xfrm>
        <a:graphic>
          <a:graphicData uri="http://schemas.openxmlformats.org/drawingml/2006/table">
            <a:tbl>
              <a:tblPr firstRow="1" bandRow="1">
                <a:tableStyleId>{5940675A-B579-460E-94D1-54222C63F5DA}</a:tableStyleId>
              </a:tblPr>
              <a:tblGrid>
                <a:gridCol w="1500468">
                  <a:extLst>
                    <a:ext uri="{9D8B030D-6E8A-4147-A177-3AD203B41FA5}">
                      <a16:colId xmlns:a16="http://schemas.microsoft.com/office/drawing/2014/main" val="2372350435"/>
                    </a:ext>
                  </a:extLst>
                </a:gridCol>
                <a:gridCol w="1500468">
                  <a:extLst>
                    <a:ext uri="{9D8B030D-6E8A-4147-A177-3AD203B41FA5}">
                      <a16:colId xmlns:a16="http://schemas.microsoft.com/office/drawing/2014/main" val="862773583"/>
                    </a:ext>
                  </a:extLst>
                </a:gridCol>
                <a:gridCol w="1500468">
                  <a:extLst>
                    <a:ext uri="{9D8B030D-6E8A-4147-A177-3AD203B41FA5}">
                      <a16:colId xmlns:a16="http://schemas.microsoft.com/office/drawing/2014/main" val="915545707"/>
                    </a:ext>
                  </a:extLst>
                </a:gridCol>
                <a:gridCol w="1500468">
                  <a:extLst>
                    <a:ext uri="{9D8B030D-6E8A-4147-A177-3AD203B41FA5}">
                      <a16:colId xmlns:a16="http://schemas.microsoft.com/office/drawing/2014/main" val="2500554688"/>
                    </a:ext>
                  </a:extLst>
                </a:gridCol>
                <a:gridCol w="1500468">
                  <a:extLst>
                    <a:ext uri="{9D8B030D-6E8A-4147-A177-3AD203B41FA5}">
                      <a16:colId xmlns:a16="http://schemas.microsoft.com/office/drawing/2014/main" val="1075861341"/>
                    </a:ext>
                  </a:extLst>
                </a:gridCol>
                <a:gridCol w="1500468">
                  <a:extLst>
                    <a:ext uri="{9D8B030D-6E8A-4147-A177-3AD203B41FA5}">
                      <a16:colId xmlns:a16="http://schemas.microsoft.com/office/drawing/2014/main" val="3449983952"/>
                    </a:ext>
                  </a:extLst>
                </a:gridCol>
                <a:gridCol w="1500468">
                  <a:extLst>
                    <a:ext uri="{9D8B030D-6E8A-4147-A177-3AD203B41FA5}">
                      <a16:colId xmlns:a16="http://schemas.microsoft.com/office/drawing/2014/main" val="1697363996"/>
                    </a:ext>
                  </a:extLst>
                </a:gridCol>
                <a:gridCol w="1500468">
                  <a:extLst>
                    <a:ext uri="{9D8B030D-6E8A-4147-A177-3AD203B41FA5}">
                      <a16:colId xmlns:a16="http://schemas.microsoft.com/office/drawing/2014/main" val="2869113490"/>
                    </a:ext>
                  </a:extLst>
                </a:gridCol>
              </a:tblGrid>
              <a:tr h="294156">
                <a:tc rowSpan="2" gridSpan="3">
                  <a:txBody>
                    <a:bodyPr/>
                    <a:lstStyle/>
                    <a:p>
                      <a:pPr algn="l"/>
                      <a:r>
                        <a:rPr lang="en-US" sz="1800" b="1" dirty="0">
                          <a:solidFill>
                            <a:schemeClr val="tx1"/>
                          </a:solidFill>
                          <a:latin typeface="Arial" panose="020B0604020202020204" pitchFamily="34" charset="0"/>
                          <a:cs typeface="Arial" panose="020B0604020202020204" pitchFamily="34" charset="0"/>
                        </a:rPr>
                        <a:t>Data Science Canvas</a:t>
                      </a:r>
                      <a:endParaRPr lang="en-SG" sz="1800" b="1" dirty="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rowSpan="2" hMerge="1">
                  <a:txBody>
                    <a:bodyPr/>
                    <a:lstStyle/>
                    <a:p>
                      <a:endParaRPr lang="en-SG" sz="1200">
                        <a:latin typeface="Arial" panose="020B0604020202020204" pitchFamily="34" charset="0"/>
                        <a:cs typeface="Arial" panose="020B0604020202020204" pitchFamily="34" charset="0"/>
                      </a:endParaRPr>
                    </a:p>
                  </a:txBody>
                  <a:tcPr/>
                </a:tc>
                <a:tc rowSpan="2" hMerge="1">
                  <a:txBody>
                    <a:bodyPr/>
                    <a:lstStyle/>
                    <a:p>
                      <a:endParaRPr lang="en-SG" sz="1200">
                        <a:latin typeface="Arial" panose="020B0604020202020204" pitchFamily="34" charset="0"/>
                        <a:cs typeface="Arial" panose="020B0604020202020204" pitchFamily="34" charset="0"/>
                      </a:endParaRPr>
                    </a:p>
                  </a:txBody>
                  <a:tcPr/>
                </a:tc>
                <a:tc>
                  <a:txBody>
                    <a:bodyPr/>
                    <a:lstStyle/>
                    <a:p>
                      <a:r>
                        <a:rPr lang="en-US" sz="1400" b="1">
                          <a:solidFill>
                            <a:schemeClr val="tx1"/>
                          </a:solidFill>
                          <a:latin typeface="Arial" panose="020B0604020202020204" pitchFamily="34" charset="0"/>
                          <a:cs typeface="Arial" panose="020B0604020202020204" pitchFamily="34" charset="0"/>
                        </a:rPr>
                        <a:t>Project:</a:t>
                      </a:r>
                      <a:endParaRPr lang="en-SG" sz="1400" b="1">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gridSpan="4">
                  <a:txBody>
                    <a:bodyPr/>
                    <a:lstStyle/>
                    <a:p>
                      <a:r>
                        <a:rPr lang="en-SG" sz="1400" dirty="0">
                          <a:solidFill>
                            <a:schemeClr val="tx1"/>
                          </a:solidFill>
                          <a:latin typeface="Arial" panose="020B0604020202020204" pitchFamily="34" charset="0"/>
                          <a:cs typeface="Arial" panose="020B0604020202020204" pitchFamily="34" charset="0"/>
                        </a:rPr>
                        <a:t>Research Paper </a:t>
                      </a:r>
                      <a:r>
                        <a:rPr lang="en-SG" sz="1400">
                          <a:solidFill>
                            <a:schemeClr val="tx1"/>
                          </a:solidFill>
                          <a:latin typeface="Arial" panose="020B0604020202020204" pitchFamily="34" charset="0"/>
                          <a:cs typeface="Arial" panose="020B0604020202020204" pitchFamily="34" charset="0"/>
                        </a:rPr>
                        <a:t>Recommendation Service</a:t>
                      </a:r>
                      <a:endParaRPr lang="en-SG" sz="140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hMerge="1">
                  <a:txBody>
                    <a:bodyPr/>
                    <a:lstStyle/>
                    <a:p>
                      <a:endParaRPr lang="en-SG"/>
                    </a:p>
                  </a:txBody>
                  <a:tcPr/>
                </a:tc>
                <a:tc hMerge="1">
                  <a:txBody>
                    <a:bodyPr/>
                    <a:lstStyle/>
                    <a:p>
                      <a:endParaRPr lang="en-SG" sz="1200">
                        <a:latin typeface="Arial" panose="020B0604020202020204" pitchFamily="34" charset="0"/>
                        <a:cs typeface="Arial" panose="020B0604020202020204" pitchFamily="34" charset="0"/>
                      </a:endParaRPr>
                    </a:p>
                  </a:txBody>
                  <a:tcPr/>
                </a:tc>
                <a:tc hMerge="1">
                  <a:txBody>
                    <a:bodyPr/>
                    <a:lstStyle/>
                    <a:p>
                      <a:endParaRPr lang="en-SG"/>
                    </a:p>
                  </a:txBody>
                  <a:tcPr/>
                </a:tc>
                <a:extLst>
                  <a:ext uri="{0D108BD9-81ED-4DB2-BD59-A6C34878D82A}">
                    <a16:rowId xmlns:a16="http://schemas.microsoft.com/office/drawing/2014/main" val="871225731"/>
                  </a:ext>
                </a:extLst>
              </a:tr>
              <a:tr h="294156">
                <a:tc gridSpan="3" vMerge="1">
                  <a:txBody>
                    <a:bodyPr/>
                    <a:lstStyle/>
                    <a:p>
                      <a:endParaRPr lang="en-SG" sz="1200">
                        <a:latin typeface="Arial" panose="020B0604020202020204" pitchFamily="34" charset="0"/>
                        <a:cs typeface="Arial" panose="020B0604020202020204" pitchFamily="34" charset="0"/>
                      </a:endParaRPr>
                    </a:p>
                  </a:txBody>
                  <a:tcPr/>
                </a:tc>
                <a:tc hMerge="1" vMerge="1">
                  <a:txBody>
                    <a:bodyPr/>
                    <a:lstStyle/>
                    <a:p>
                      <a:endParaRPr lang="en-SG" sz="1200">
                        <a:latin typeface="Arial" panose="020B0604020202020204" pitchFamily="34" charset="0"/>
                        <a:cs typeface="Arial" panose="020B0604020202020204" pitchFamily="34" charset="0"/>
                      </a:endParaRPr>
                    </a:p>
                  </a:txBody>
                  <a:tcPr/>
                </a:tc>
                <a:tc hMerge="1" vMerge="1">
                  <a:txBody>
                    <a:bodyPr/>
                    <a:lstStyle/>
                    <a:p>
                      <a:endParaRPr lang="en-SG" sz="1200">
                        <a:latin typeface="Arial" panose="020B0604020202020204" pitchFamily="34" charset="0"/>
                        <a:cs typeface="Arial" panose="020B0604020202020204" pitchFamily="34" charset="0"/>
                      </a:endParaRPr>
                    </a:p>
                  </a:txBody>
                  <a:tcPr/>
                </a:tc>
                <a:tc>
                  <a:txBody>
                    <a:bodyPr/>
                    <a:lstStyle/>
                    <a:p>
                      <a:r>
                        <a:rPr lang="en-US" sz="1400" b="1">
                          <a:solidFill>
                            <a:schemeClr val="tx1"/>
                          </a:solidFill>
                          <a:latin typeface="Arial" panose="020B0604020202020204" pitchFamily="34" charset="0"/>
                          <a:cs typeface="Arial" panose="020B0604020202020204" pitchFamily="34" charset="0"/>
                        </a:rPr>
                        <a:t>Team:</a:t>
                      </a:r>
                      <a:endParaRPr lang="en-SG" sz="1400" b="1">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gridSpan="4">
                  <a:txBody>
                    <a:bodyPr/>
                    <a:lstStyle/>
                    <a:p>
                      <a:r>
                        <a:rPr lang="en-IN" sz="1400" dirty="0" err="1"/>
                        <a:t>ScholarStream</a:t>
                      </a:r>
                      <a:endParaRPr lang="en-SG" sz="140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hMerge="1">
                  <a:txBody>
                    <a:bodyPr/>
                    <a:lstStyle/>
                    <a:p>
                      <a:endParaRPr lang="en-SG"/>
                    </a:p>
                  </a:txBody>
                  <a:tcPr/>
                </a:tc>
                <a:tc hMerge="1">
                  <a:txBody>
                    <a:bodyPr/>
                    <a:lstStyle/>
                    <a:p>
                      <a:endParaRPr lang="en-SG" sz="1200">
                        <a:latin typeface="Arial" panose="020B0604020202020204" pitchFamily="34" charset="0"/>
                        <a:cs typeface="Arial" panose="020B0604020202020204" pitchFamily="34" charset="0"/>
                      </a:endParaRPr>
                    </a:p>
                  </a:txBody>
                  <a:tcPr/>
                </a:tc>
                <a:tc hMerge="1">
                  <a:txBody>
                    <a:bodyPr/>
                    <a:lstStyle/>
                    <a:p>
                      <a:endParaRPr lang="en-SG"/>
                    </a:p>
                  </a:txBody>
                  <a:tcPr/>
                </a:tc>
                <a:extLst>
                  <a:ext uri="{0D108BD9-81ED-4DB2-BD59-A6C34878D82A}">
                    <a16:rowId xmlns:a16="http://schemas.microsoft.com/office/drawing/2014/main" val="2833998441"/>
                  </a:ext>
                </a:extLst>
              </a:tr>
              <a:tr h="359523">
                <a:tc gridSpan="4">
                  <a:txBody>
                    <a:bodyPr/>
                    <a:lstStyle/>
                    <a:p>
                      <a:pPr algn="ctr"/>
                      <a:r>
                        <a:rPr lang="en-US" sz="1600" b="1" dirty="0">
                          <a:latin typeface="Arial" panose="020B0604020202020204" pitchFamily="34" charset="0"/>
                          <a:cs typeface="Arial" panose="020B0604020202020204" pitchFamily="34" charset="0"/>
                        </a:rPr>
                        <a:t>Problem Statement</a:t>
                      </a:r>
                      <a:endParaRPr lang="en-SG" sz="1600" b="1"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SG"/>
                    </a:p>
                  </a:txBody>
                  <a:tcPr/>
                </a:tc>
                <a:tc hMerge="1">
                  <a:txBody>
                    <a:bodyPr/>
                    <a:lstStyle/>
                    <a:p>
                      <a:endParaRPr lang="en-SG"/>
                    </a:p>
                  </a:txBody>
                  <a:tcPr/>
                </a:tc>
                <a:tc hMerge="1">
                  <a:txBody>
                    <a:bodyPr/>
                    <a:lstStyle/>
                    <a:p>
                      <a:endParaRPr lang="en-SG"/>
                    </a:p>
                  </a:txBody>
                  <a:tcPr/>
                </a:tc>
                <a:tc gridSpan="2">
                  <a:txBody>
                    <a:bodyPr/>
                    <a:lstStyle/>
                    <a:p>
                      <a:pPr algn="ctr"/>
                      <a:r>
                        <a:rPr lang="en-SG" sz="1600" b="1">
                          <a:latin typeface="Arial" panose="020B0604020202020204" pitchFamily="34" charset="0"/>
                          <a:cs typeface="Arial" panose="020B0604020202020204" pitchFamily="34" charset="0"/>
                        </a:rPr>
                        <a:t>Execution &amp; Evaluation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SG"/>
                    </a:p>
                  </a:txBody>
                  <a:tcPr/>
                </a:tc>
                <a:tc gridSpan="2">
                  <a:txBody>
                    <a:bodyPr/>
                    <a:lstStyle/>
                    <a:p>
                      <a:pPr algn="ctr"/>
                      <a:r>
                        <a:rPr lang="en-SG" sz="1400" b="1">
                          <a:latin typeface="Arial" panose="020B0604020202020204" pitchFamily="34" charset="0"/>
                          <a:cs typeface="Arial" panose="020B0604020202020204" pitchFamily="34" charset="0"/>
                        </a:rPr>
                        <a:t>Data Collection &amp; Preparation</a:t>
                      </a:r>
                      <a:endParaRPr lang="en-SG" sz="1600" b="1">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SG"/>
                    </a:p>
                  </a:txBody>
                  <a:tcPr/>
                </a:tc>
                <a:extLst>
                  <a:ext uri="{0D108BD9-81ED-4DB2-BD59-A6C34878D82A}">
                    <a16:rowId xmlns:a16="http://schemas.microsoft.com/office/drawing/2014/main" val="1105611200"/>
                  </a:ext>
                </a:extLst>
              </a:tr>
              <a:tr h="2798200">
                <a:tc>
                  <a:txBody>
                    <a:bodyPr/>
                    <a:lstStyle/>
                    <a:p>
                      <a:r>
                        <a:rPr lang="en-US" sz="1000" b="1" dirty="0">
                          <a:latin typeface="Arial" panose="020B0604020202020204" pitchFamily="34" charset="0"/>
                          <a:cs typeface="Arial" panose="020B0604020202020204" pitchFamily="34" charset="0"/>
                        </a:rPr>
                        <a:t>Business Case &amp; Value Added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solidFill>
                            <a:schemeClr val="tx1"/>
                          </a:solidFill>
                        </a:rPr>
                        <a:t>There is explosion of the research articles, and it is difficult to keep up with the newly introduced concepts and trending topics.</a:t>
                      </a:r>
                    </a:p>
                    <a:p>
                      <a:endParaRPr lang="en-SG" sz="10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r>
                        <a:rPr lang="en-US" sz="1000" b="1" dirty="0">
                          <a:latin typeface="Arial" panose="020B0604020202020204" pitchFamily="34" charset="0"/>
                          <a:cs typeface="Arial" panose="020B0604020202020204" pitchFamily="34" charset="0"/>
                        </a:rPr>
                        <a:t>Model Selection</a:t>
                      </a:r>
                    </a:p>
                    <a:p>
                      <a:r>
                        <a:rPr lang="en-SG" sz="1000" dirty="0">
                          <a:latin typeface="Arial" panose="020B0604020202020204" pitchFamily="34" charset="0"/>
                          <a:cs typeface="Arial" panose="020B0604020202020204" pitchFamily="34" charset="0"/>
                        </a:rPr>
                        <a:t>Embedding models are known to model a vector space that encodes real world concepts and therefore help with semantic similarity.</a:t>
                      </a:r>
                    </a:p>
                    <a:p>
                      <a:endParaRPr lang="en-SG" sz="1000" dirty="0">
                        <a:latin typeface="Arial" panose="020B0604020202020204" pitchFamily="34" charset="0"/>
                        <a:cs typeface="Arial" panose="020B0604020202020204" pitchFamily="34" charset="0"/>
                      </a:endParaRPr>
                    </a:p>
                    <a:p>
                      <a:r>
                        <a:rPr lang="en-SG" sz="1000" dirty="0">
                          <a:latin typeface="Arial" panose="020B0604020202020204" pitchFamily="34" charset="0"/>
                          <a:cs typeface="Arial" panose="020B0604020202020204" pitchFamily="34" charset="0"/>
                        </a:rPr>
                        <a:t>We will use,</a:t>
                      </a:r>
                    </a:p>
                    <a:p>
                      <a:r>
                        <a:rPr lang="en-SG" sz="1000" dirty="0">
                          <a:latin typeface="Arial" panose="020B0604020202020204" pitchFamily="34" charset="0"/>
                          <a:cs typeface="Arial" panose="020B0604020202020204" pitchFamily="34" charset="0"/>
                        </a:rPr>
                        <a:t>TF-IDF as baseline 1,</a:t>
                      </a:r>
                    </a:p>
                    <a:p>
                      <a:r>
                        <a:rPr lang="en-SG" sz="1000" dirty="0">
                          <a:latin typeface="Arial" panose="020B0604020202020204" pitchFamily="34" charset="0"/>
                          <a:cs typeface="Arial" panose="020B0604020202020204" pitchFamily="34" charset="0"/>
                        </a:rPr>
                        <a:t>all-minilm-l6-v2 as baseline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0" b="1" dirty="0">
                          <a:latin typeface="Arial" panose="020B0604020202020204" pitchFamily="34" charset="0"/>
                          <a:cs typeface="Arial" panose="020B0604020202020204" pitchFamily="34" charset="0"/>
                        </a:rPr>
                        <a:t>Model Requirements</a:t>
                      </a:r>
                    </a:p>
                    <a:p>
                      <a:pPr marL="171450" indent="-171450">
                        <a:buFont typeface="Arial" panose="020B0604020202020204" pitchFamily="34" charset="0"/>
                        <a:buChar char="•"/>
                      </a:pPr>
                      <a:r>
                        <a:rPr lang="en-SG" sz="1000" dirty="0">
                          <a:latin typeface="Arial" panose="020B0604020202020204" pitchFamily="34" charset="0"/>
                          <a:cs typeface="Arial" panose="020B0604020202020204" pitchFamily="34" charset="0"/>
                        </a:rPr>
                        <a:t>Semantic understanding.</a:t>
                      </a:r>
                    </a:p>
                    <a:p>
                      <a:pPr marL="171450" indent="-171450">
                        <a:buFont typeface="Arial" panose="020B0604020202020204" pitchFamily="34" charset="0"/>
                        <a:buChar char="•"/>
                      </a:pPr>
                      <a:r>
                        <a:rPr lang="en-SG" sz="1000" dirty="0">
                          <a:latin typeface="Arial" panose="020B0604020202020204" pitchFamily="34" charset="0"/>
                          <a:cs typeface="Arial" panose="020B0604020202020204" pitchFamily="34" charset="0"/>
                        </a:rPr>
                        <a:t>Domain relevance</a:t>
                      </a:r>
                    </a:p>
                    <a:p>
                      <a:pPr marL="171450" indent="-171450">
                        <a:buFont typeface="Arial" panose="020B0604020202020204" pitchFamily="34" charset="0"/>
                        <a:buChar char="•"/>
                      </a:pPr>
                      <a:r>
                        <a:rPr lang="en-SG" sz="1000" dirty="0">
                          <a:latin typeface="Arial" panose="020B0604020202020204" pitchFamily="34" charset="0"/>
                          <a:cs typeface="Arial" panose="020B0604020202020204" pitchFamily="34" charset="0"/>
                        </a:rPr>
                        <a:t>Scalability</a:t>
                      </a:r>
                    </a:p>
                    <a:p>
                      <a:pPr marL="171450" indent="-171450">
                        <a:buFont typeface="Arial" panose="020B0604020202020204" pitchFamily="34" charset="0"/>
                        <a:buChar char="•"/>
                      </a:pPr>
                      <a:r>
                        <a:rPr lang="en-SG" sz="1000" dirty="0">
                          <a:latin typeface="Arial" panose="020B0604020202020204" pitchFamily="34" charset="0"/>
                          <a:cs typeface="Arial" panose="020B0604020202020204" pitchFamily="34" charset="0"/>
                        </a:rPr>
                        <a:t>Low latency</a:t>
                      </a:r>
                    </a:p>
                    <a:p>
                      <a:pPr marL="171450" indent="-171450">
                        <a:buFont typeface="Arial" panose="020B0604020202020204" pitchFamily="34" charset="0"/>
                        <a:buChar char="•"/>
                      </a:pPr>
                      <a:r>
                        <a:rPr lang="en-SG" sz="1000" dirty="0">
                          <a:latin typeface="Arial" panose="020B0604020202020204" pitchFamily="34" charset="0"/>
                          <a:cs typeface="Arial" panose="020B0604020202020204" pitchFamily="34" charset="0"/>
                        </a:rPr>
                        <a:t>Input flexibility</a:t>
                      </a:r>
                    </a:p>
                    <a:p>
                      <a:pPr marL="171450" indent="-171450">
                        <a:buFont typeface="Arial" panose="020B0604020202020204" pitchFamily="34" charset="0"/>
                        <a:buChar char="•"/>
                      </a:pPr>
                      <a:r>
                        <a:rPr lang="en-SG" sz="1000" dirty="0">
                          <a:latin typeface="Arial" panose="020B0604020202020204" pitchFamily="34" charset="0"/>
                          <a:cs typeface="Arial" panose="020B0604020202020204" pitchFamily="34" charset="0"/>
                        </a:rPr>
                        <a:t>Low cost</a:t>
                      </a:r>
                    </a:p>
                    <a:p>
                      <a:endParaRPr lang="en-SG" sz="1000" dirty="0">
                        <a:latin typeface="Arial" panose="020B0604020202020204" pitchFamily="34" charset="0"/>
                        <a:cs typeface="Arial" panose="020B0604020202020204" pitchFamily="34" charset="0"/>
                      </a:endParaRPr>
                    </a:p>
                    <a:p>
                      <a:endParaRPr lang="en-SG" sz="10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r>
                        <a:rPr lang="en-US" sz="1000" b="1" dirty="0">
                          <a:latin typeface="Arial" panose="020B0604020202020204" pitchFamily="34" charset="0"/>
                          <a:cs typeface="Arial" panose="020B0604020202020204" pitchFamily="34" charset="0"/>
                        </a:rPr>
                        <a:t>Skills</a:t>
                      </a:r>
                    </a:p>
                    <a:p>
                      <a:r>
                        <a:rPr lang="en-US" sz="1000" dirty="0">
                          <a:latin typeface="Arial" panose="020B0604020202020204" pitchFamily="34" charset="0"/>
                          <a:cs typeface="Arial" panose="020B0604020202020204" pitchFamily="34" charset="0"/>
                        </a:rPr>
                        <a:t>What skills are needed to provide  the data and model development?</a:t>
                      </a:r>
                    </a:p>
                    <a:p>
                      <a:endParaRPr lang="en-SG" sz="1000" dirty="0">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SG" sz="1000" dirty="0">
                          <a:latin typeface="Arial" panose="020B0604020202020204" pitchFamily="34" charset="0"/>
                          <a:cs typeface="Arial" panose="020B0604020202020204" pitchFamily="34" charset="0"/>
                        </a:rPr>
                        <a:t>EDA</a:t>
                      </a:r>
                    </a:p>
                    <a:p>
                      <a:pPr marL="171450" indent="-171450">
                        <a:buFont typeface="Arial" panose="020B0604020202020204" pitchFamily="34" charset="0"/>
                        <a:buChar char="•"/>
                      </a:pPr>
                      <a:r>
                        <a:rPr lang="en-SG" sz="1000" dirty="0">
                          <a:latin typeface="Arial" panose="020B0604020202020204" pitchFamily="34" charset="0"/>
                          <a:cs typeface="Arial" panose="020B0604020202020204" pitchFamily="34" charset="0"/>
                        </a:rPr>
                        <a:t>Developing application using python framework like FASTAPI</a:t>
                      </a:r>
                    </a:p>
                    <a:p>
                      <a:pPr marL="171450" indent="-171450">
                        <a:buFont typeface="Arial" panose="020B0604020202020204" pitchFamily="34" charset="0"/>
                        <a:buChar char="•"/>
                      </a:pPr>
                      <a:r>
                        <a:rPr lang="en-SG" sz="1000" dirty="0">
                          <a:latin typeface="Arial" panose="020B0604020202020204" pitchFamily="34" charset="0"/>
                          <a:cs typeface="Arial" panose="020B0604020202020204" pitchFamily="34" charset="0"/>
                        </a:rPr>
                        <a:t>Vector DB</a:t>
                      </a:r>
                    </a:p>
                    <a:p>
                      <a:pPr marL="171450" indent="-171450">
                        <a:buFont typeface="Arial" panose="020B0604020202020204" pitchFamily="34" charset="0"/>
                        <a:buChar char="•"/>
                      </a:pPr>
                      <a:r>
                        <a:rPr lang="en-SG" sz="1000" dirty="0">
                          <a:latin typeface="Arial" panose="020B0604020202020204" pitchFamily="34" charset="0"/>
                          <a:cs typeface="Arial" panose="020B0604020202020204" pitchFamily="34" charset="0"/>
                        </a:rPr>
                        <a:t>NLP</a:t>
                      </a:r>
                    </a:p>
                    <a:p>
                      <a:pPr marL="171450" indent="-171450">
                        <a:buFont typeface="Arial" panose="020B0604020202020204" pitchFamily="34" charset="0"/>
                        <a:buChar char="•"/>
                      </a:pPr>
                      <a:r>
                        <a:rPr lang="en-SG" sz="1000" dirty="0">
                          <a:latin typeface="Arial" panose="020B0604020202020204" pitchFamily="34" charset="0"/>
                          <a:cs typeface="Arial" panose="020B0604020202020204" pitchFamily="34" charset="0"/>
                        </a:rPr>
                        <a:t>Machine Learning</a:t>
                      </a:r>
                    </a:p>
                    <a:p>
                      <a:pPr marL="171450" indent="-171450">
                        <a:buFont typeface="Arial" panose="020B0604020202020204" pitchFamily="34" charset="0"/>
                        <a:buChar char="•"/>
                      </a:pPr>
                      <a:r>
                        <a:rPr lang="en-SG" sz="1000" dirty="0">
                          <a:latin typeface="Arial" panose="020B0604020202020204" pitchFamily="34" charset="0"/>
                          <a:cs typeface="Arial" panose="020B0604020202020204" pitchFamily="34" charset="0"/>
                        </a:rPr>
                        <a:t>Containerization</a:t>
                      </a:r>
                    </a:p>
                    <a:p>
                      <a:pPr marL="171450" indent="-171450">
                        <a:buFont typeface="Arial" panose="020B0604020202020204" pitchFamily="34" charset="0"/>
                        <a:buChar char="•"/>
                      </a:pPr>
                      <a:r>
                        <a:rPr lang="en-SG" sz="1000" dirty="0">
                          <a:latin typeface="Arial" panose="020B0604020202020204" pitchFamily="34" charset="0"/>
                          <a:cs typeface="Arial" panose="020B0604020202020204" pitchFamily="34" charset="0"/>
                        </a:rPr>
                        <a:t>Cloud Deployment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r>
                        <a:rPr lang="en-US" sz="1000" b="1" dirty="0">
                          <a:latin typeface="Arial" panose="020B0604020202020204" pitchFamily="34" charset="0"/>
                          <a:cs typeface="Arial" panose="020B0604020202020204" pitchFamily="34" charset="0"/>
                        </a:rPr>
                        <a:t>Model Evaluation</a:t>
                      </a:r>
                    </a:p>
                    <a:p>
                      <a:pPr marL="171450" indent="-171450">
                        <a:buFont typeface="Arial" panose="020B0604020202020204" pitchFamily="34" charset="0"/>
                        <a:buChar char="•"/>
                      </a:pPr>
                      <a:r>
                        <a:rPr lang="en-SG" sz="1000" dirty="0" err="1">
                          <a:latin typeface="Arial" panose="020B0604020202020204" pitchFamily="34" charset="0"/>
                          <a:cs typeface="Arial" panose="020B0604020202020204" pitchFamily="34" charset="0"/>
                        </a:rPr>
                        <a:t>Precision@K</a:t>
                      </a:r>
                      <a:endParaRPr lang="en-SG" sz="1000" dirty="0">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SG" sz="1000" dirty="0" err="1">
                          <a:latin typeface="Arial" panose="020B0604020202020204" pitchFamily="34" charset="0"/>
                          <a:cs typeface="Arial" panose="020B0604020202020204" pitchFamily="34" charset="0"/>
                        </a:rPr>
                        <a:t>Recall@K</a:t>
                      </a:r>
                      <a:endParaRPr lang="en-SG" sz="1000" dirty="0">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SG" sz="1000" dirty="0">
                          <a:latin typeface="Arial" panose="020B0604020202020204" pitchFamily="34" charset="0"/>
                          <a:cs typeface="Arial" panose="020B0604020202020204" pitchFamily="34" charset="0"/>
                        </a:rPr>
                        <a:t>MRR</a:t>
                      </a:r>
                    </a:p>
                    <a:p>
                      <a:pPr marL="171450" indent="-171450">
                        <a:buFont typeface="Arial" panose="020B0604020202020204" pitchFamily="34" charset="0"/>
                        <a:buChar char="•"/>
                      </a:pPr>
                      <a:r>
                        <a:rPr lang="en-SG" sz="1000" dirty="0" err="1">
                          <a:latin typeface="Arial" panose="020B0604020202020204" pitchFamily="34" charset="0"/>
                          <a:cs typeface="Arial" panose="020B0604020202020204" pitchFamily="34" charset="0"/>
                        </a:rPr>
                        <a:t>nDCG@K</a:t>
                      </a:r>
                      <a:endParaRPr lang="en-SG" sz="1000" dirty="0">
                        <a:latin typeface="Arial" panose="020B0604020202020204" pitchFamily="34" charset="0"/>
                        <a:cs typeface="Arial" panose="020B0604020202020204" pitchFamily="34" charset="0"/>
                      </a:endParaRPr>
                    </a:p>
                    <a:p>
                      <a:pPr marL="171450" indent="-171450">
                        <a:buFont typeface="Arial" panose="020B0604020202020204" pitchFamily="34" charset="0"/>
                        <a:buChar char="•"/>
                      </a:pPr>
                      <a:endParaRPr lang="en-SG" sz="1000" dirty="0">
                        <a:latin typeface="Arial" panose="020B0604020202020204" pitchFamily="34" charset="0"/>
                        <a:cs typeface="Arial" panose="020B0604020202020204" pitchFamily="34" charset="0"/>
                      </a:endParaRPr>
                    </a:p>
                    <a:p>
                      <a:pPr marL="0" indent="0">
                        <a:buFontTx/>
                        <a:buNone/>
                      </a:pPr>
                      <a:r>
                        <a:rPr lang="en-SG" sz="1000" dirty="0">
                          <a:latin typeface="Arial" panose="020B0604020202020204" pitchFamily="34" charset="0"/>
                          <a:cs typeface="Arial" panose="020B0604020202020204" pitchFamily="34" charset="0"/>
                        </a:rPr>
                        <a:t>Real time monitoring:</a:t>
                      </a:r>
                    </a:p>
                    <a:p>
                      <a:pPr marL="171450" indent="-171450">
                        <a:buFont typeface="Arial" panose="020B0604020202020204" pitchFamily="34" charset="0"/>
                        <a:buChar char="•"/>
                      </a:pPr>
                      <a:r>
                        <a:rPr lang="en-SG" sz="1000" dirty="0">
                          <a:latin typeface="Arial" panose="020B0604020202020204" pitchFamily="34" charset="0"/>
                          <a:cs typeface="Arial" panose="020B0604020202020204" pitchFamily="34" charset="0"/>
                        </a:rPr>
                        <a:t>Latency</a:t>
                      </a:r>
                    </a:p>
                    <a:p>
                      <a:pPr marL="171450" indent="-171450">
                        <a:buFont typeface="Arial" panose="020B0604020202020204" pitchFamily="34" charset="0"/>
                        <a:buChar char="•"/>
                      </a:pPr>
                      <a:r>
                        <a:rPr lang="en-SG" sz="1000" dirty="0">
                          <a:latin typeface="Arial" panose="020B0604020202020204" pitchFamily="34" charset="0"/>
                          <a:cs typeface="Arial" panose="020B0604020202020204" pitchFamily="34" charset="0"/>
                        </a:rPr>
                        <a:t>Throughput</a:t>
                      </a:r>
                    </a:p>
                    <a:p>
                      <a:pPr marL="171450" indent="-171450">
                        <a:buFont typeface="Arial" panose="020B0604020202020204" pitchFamily="34" charset="0"/>
                        <a:buChar char="•"/>
                      </a:pPr>
                      <a:r>
                        <a:rPr lang="en-SG" sz="1000" dirty="0">
                          <a:latin typeface="Arial" panose="020B0604020202020204" pitchFamily="34" charset="0"/>
                          <a:cs typeface="Arial" panose="020B0604020202020204" pitchFamily="34" charset="0"/>
                        </a:rPr>
                        <a:t>Error rate</a:t>
                      </a:r>
                    </a:p>
                    <a:p>
                      <a:pPr marL="171450" indent="-171450">
                        <a:buFont typeface="Arial" panose="020B0604020202020204" pitchFamily="34" charset="0"/>
                        <a:buChar char="•"/>
                      </a:pPr>
                      <a:r>
                        <a:rPr lang="en-SG" sz="1000" dirty="0">
                          <a:latin typeface="Arial" panose="020B0604020202020204" pitchFamily="34" charset="0"/>
                          <a:cs typeface="Arial" panose="020B0604020202020204" pitchFamily="34" charset="0"/>
                        </a:rPr>
                        <a:t>Resource usage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r>
                        <a:rPr lang="en-US" sz="1000" b="1" dirty="0">
                          <a:latin typeface="Arial" panose="020B0604020202020204" pitchFamily="34" charset="0"/>
                          <a:cs typeface="Arial" panose="020B0604020202020204" pitchFamily="34" charset="0"/>
                        </a:rPr>
                        <a:t>Data Storytelling</a:t>
                      </a:r>
                    </a:p>
                    <a:p>
                      <a:r>
                        <a:rPr lang="en-US" sz="1000" dirty="0">
                          <a:latin typeface="Arial" panose="020B0604020202020204" pitchFamily="34" charset="0"/>
                          <a:cs typeface="Arial" panose="020B0604020202020204" pitchFamily="34" charset="0"/>
                        </a:rPr>
                        <a:t>A simple </a:t>
                      </a:r>
                      <a:r>
                        <a:rPr lang="en-US" sz="1000" dirty="0" err="1">
                          <a:latin typeface="Arial" panose="020B0604020202020204" pitchFamily="34" charset="0"/>
                          <a:cs typeface="Arial" panose="020B0604020202020204" pitchFamily="34" charset="0"/>
                        </a:rPr>
                        <a:t>ui</a:t>
                      </a:r>
                      <a:r>
                        <a:rPr lang="en-US" sz="1000" dirty="0">
                          <a:latin typeface="Arial" panose="020B0604020202020204" pitchFamily="34" charset="0"/>
                          <a:cs typeface="Arial" panose="020B0604020202020204" pitchFamily="34" charset="0"/>
                        </a:rPr>
                        <a:t> with detailed research paper information, recommendations and similarity scores.</a:t>
                      </a:r>
                    </a:p>
                    <a:p>
                      <a:endParaRPr lang="en-SG" sz="10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0" b="1" dirty="0">
                          <a:latin typeface="Arial" panose="020B0604020202020204" pitchFamily="34" charset="0"/>
                          <a:cs typeface="Arial" panose="020B0604020202020204" pitchFamily="34" charset="0"/>
                        </a:rPr>
                        <a:t>Data Selection &amp; Cleansing</a:t>
                      </a:r>
                    </a:p>
                    <a:p>
                      <a:r>
                        <a:rPr lang="en-SG" sz="1000" dirty="0">
                          <a:latin typeface="Arial" panose="020B0604020202020204" pitchFamily="34" charset="0"/>
                          <a:cs typeface="Arial" panose="020B0604020202020204" pitchFamily="34" charset="0"/>
                        </a:rPr>
                        <a:t>The data is readily available in </a:t>
                      </a:r>
                      <a:r>
                        <a:rPr lang="en-SG" sz="1000" dirty="0" err="1">
                          <a:latin typeface="Arial" panose="020B0604020202020204" pitchFamily="34" charset="0"/>
                          <a:cs typeface="Arial" panose="020B0604020202020204" pitchFamily="34" charset="0"/>
                        </a:rPr>
                        <a:t>arxiv</a:t>
                      </a:r>
                      <a:r>
                        <a:rPr lang="en-SG" sz="1000" dirty="0">
                          <a:latin typeface="Arial" panose="020B0604020202020204" pitchFamily="34" charset="0"/>
                          <a:cs typeface="Arial" panose="020B0604020202020204" pitchFamily="34" charset="0"/>
                        </a:rPr>
                        <a:t>. We filter out papers that have non ascii characters in the title or abstract.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0" b="1" dirty="0">
                          <a:latin typeface="Arial" panose="020B0604020202020204" pitchFamily="34" charset="0"/>
                          <a:cs typeface="Arial" panose="020B0604020202020204" pitchFamily="34" charset="0"/>
                        </a:rPr>
                        <a:t>Data Collection</a:t>
                      </a:r>
                    </a:p>
                    <a:p>
                      <a:r>
                        <a:rPr lang="en-SG" sz="1000" dirty="0">
                          <a:latin typeface="Arial" panose="020B0604020202020204" pitchFamily="34" charset="0"/>
                          <a:cs typeface="Arial" panose="020B0604020202020204" pitchFamily="34" charset="0"/>
                        </a:rPr>
                        <a:t>No additional data is required.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83694948"/>
                  </a:ext>
                </a:extLst>
              </a:tr>
              <a:tr h="2798200">
                <a:tc>
                  <a:txBody>
                    <a:bodyPr/>
                    <a:lstStyle/>
                    <a:p>
                      <a:r>
                        <a:rPr lang="en-US" sz="1000" b="1" dirty="0">
                          <a:latin typeface="Arial" panose="020B0604020202020204" pitchFamily="34" charset="0"/>
                          <a:cs typeface="Arial" panose="020B0604020202020204" pitchFamily="34" charset="0"/>
                        </a:rPr>
                        <a:t>Data Landscape</a:t>
                      </a:r>
                    </a:p>
                    <a:p>
                      <a:endParaRPr lang="en-SG" sz="1000" dirty="0">
                        <a:latin typeface="Arial" panose="020B0604020202020204" pitchFamily="34" charset="0"/>
                        <a:cs typeface="Arial" panose="020B0604020202020204" pitchFamily="34" charset="0"/>
                      </a:endParaRPr>
                    </a:p>
                    <a:p>
                      <a:r>
                        <a:rPr lang="en-SG" sz="1000" dirty="0">
                          <a:latin typeface="Arial" panose="020B0604020202020204" pitchFamily="34" charset="0"/>
                          <a:cs typeface="Arial" panose="020B0604020202020204" pitchFamily="34" charset="0"/>
                        </a:rPr>
                        <a:t>Yes data is already available from </a:t>
                      </a:r>
                      <a:r>
                        <a:rPr lang="en-SG" sz="1000" dirty="0" err="1">
                          <a:latin typeface="Arial" panose="020B0604020202020204" pitchFamily="34" charset="0"/>
                          <a:cs typeface="Arial" panose="020B0604020202020204" pitchFamily="34" charset="0"/>
                        </a:rPr>
                        <a:t>arxiv</a:t>
                      </a:r>
                      <a:endParaRPr lang="en-SG" sz="1000" dirty="0">
                        <a:latin typeface="Arial" panose="020B0604020202020204" pitchFamily="34" charset="0"/>
                        <a:cs typeface="Arial" panose="020B0604020202020204" pitchFamily="34" charset="0"/>
                      </a:endParaRPr>
                    </a:p>
                    <a:p>
                      <a:r>
                        <a:rPr lang="en-SG" sz="1000" dirty="0">
                          <a:latin typeface="Arial" panose="020B0604020202020204" pitchFamily="34" charset="0"/>
                          <a:cs typeface="Arial" panose="020B0604020202020204" pitchFamily="34" charset="0"/>
                        </a:rPr>
                        <a:t>Additional data can be generated by extracting pdf content for certain categories. But, for the purpose of this project, we will limit ourself to just the metadata (title, abstract, authors etc.)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SG"/>
                    </a:p>
                  </a:txBody>
                  <a:tcPr/>
                </a:tc>
                <a:tc>
                  <a:txBody>
                    <a:bodyPr/>
                    <a:lstStyle/>
                    <a:p>
                      <a:r>
                        <a:rPr lang="en-US" sz="1000" b="1" dirty="0">
                          <a:latin typeface="Arial" panose="020B0604020202020204" pitchFamily="34" charset="0"/>
                          <a:cs typeface="Arial" panose="020B0604020202020204" pitchFamily="34" charset="0"/>
                        </a:rPr>
                        <a:t>Software &amp; Libraries</a:t>
                      </a:r>
                    </a:p>
                    <a:p>
                      <a:pPr marL="171450" indent="-171450">
                        <a:buFont typeface="Arial" panose="020B0604020202020204" pitchFamily="34" charset="0"/>
                        <a:buChar char="•"/>
                      </a:pPr>
                      <a:r>
                        <a:rPr lang="en-SG" sz="1000" dirty="0" err="1">
                          <a:latin typeface="Arial" panose="020B0604020202020204" pitchFamily="34" charset="0"/>
                          <a:cs typeface="Arial" panose="020B0604020202020204" pitchFamily="34" charset="0"/>
                        </a:rPr>
                        <a:t>Numpy</a:t>
                      </a:r>
                      <a:endParaRPr lang="en-SG" sz="1000" dirty="0">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SG" sz="1000" dirty="0">
                          <a:latin typeface="Arial" panose="020B0604020202020204" pitchFamily="34" charset="0"/>
                          <a:cs typeface="Arial" panose="020B0604020202020204" pitchFamily="34" charset="0"/>
                        </a:rPr>
                        <a:t>Pandas</a:t>
                      </a:r>
                    </a:p>
                    <a:p>
                      <a:pPr marL="171450" indent="-171450">
                        <a:buFont typeface="Arial" panose="020B0604020202020204" pitchFamily="34" charset="0"/>
                        <a:buChar char="•"/>
                      </a:pPr>
                      <a:r>
                        <a:rPr lang="en-SG" sz="1000" dirty="0">
                          <a:latin typeface="Arial" panose="020B0604020202020204" pitchFamily="34" charset="0"/>
                          <a:cs typeface="Arial" panose="020B0604020202020204" pitchFamily="34" charset="0"/>
                        </a:rPr>
                        <a:t>Sci-kit learn</a:t>
                      </a:r>
                    </a:p>
                    <a:p>
                      <a:pPr marL="171450" indent="-171450">
                        <a:buFont typeface="Arial" panose="020B0604020202020204" pitchFamily="34" charset="0"/>
                        <a:buChar char="•"/>
                      </a:pPr>
                      <a:r>
                        <a:rPr lang="en-SG" sz="1000" dirty="0">
                          <a:latin typeface="Arial" panose="020B0604020202020204" pitchFamily="34" charset="0"/>
                          <a:cs typeface="Arial" panose="020B0604020202020204" pitchFamily="34" charset="0"/>
                        </a:rPr>
                        <a:t>Vector </a:t>
                      </a:r>
                      <a:r>
                        <a:rPr lang="en-SG" sz="1000" dirty="0" err="1">
                          <a:latin typeface="Arial" panose="020B0604020202020204" pitchFamily="34" charset="0"/>
                          <a:cs typeface="Arial" panose="020B0604020202020204" pitchFamily="34" charset="0"/>
                        </a:rPr>
                        <a:t>db</a:t>
                      </a:r>
                      <a:r>
                        <a:rPr lang="en-SG" sz="1000" dirty="0">
                          <a:latin typeface="Arial" panose="020B0604020202020204" pitchFamily="34" charset="0"/>
                          <a:cs typeface="Arial" panose="020B0604020202020204" pitchFamily="34" charset="0"/>
                        </a:rPr>
                        <a:t> like milvus </a:t>
                      </a:r>
                      <a:r>
                        <a:rPr lang="en-SG" sz="1000" dirty="0" err="1">
                          <a:latin typeface="Arial" panose="020B0604020202020204" pitchFamily="34" charset="0"/>
                          <a:cs typeface="Arial" panose="020B0604020202020204" pitchFamily="34" charset="0"/>
                        </a:rPr>
                        <a:t>db</a:t>
                      </a:r>
                      <a:endParaRPr lang="en-SG" sz="1000" dirty="0">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SG" sz="1000" dirty="0">
                          <a:latin typeface="Arial" panose="020B0604020202020204" pitchFamily="34" charset="0"/>
                          <a:cs typeface="Arial" panose="020B0604020202020204" pitchFamily="34" charset="0"/>
                        </a:rPr>
                        <a:t>LLMs (ex gemini-flash-2.5)</a:t>
                      </a:r>
                    </a:p>
                    <a:p>
                      <a:pPr marL="171450" indent="-171450">
                        <a:buFont typeface="Arial" panose="020B0604020202020204" pitchFamily="34" charset="0"/>
                        <a:buChar char="•"/>
                      </a:pPr>
                      <a:r>
                        <a:rPr lang="en-SG" sz="1000" dirty="0" err="1">
                          <a:latin typeface="Arial" panose="020B0604020202020204" pitchFamily="34" charset="0"/>
                          <a:cs typeface="Arial" panose="020B0604020202020204" pitchFamily="34" charset="0"/>
                        </a:rPr>
                        <a:t>Langchain</a:t>
                      </a:r>
                      <a:endParaRPr lang="en-SG" sz="1000" dirty="0">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SG" sz="1000" dirty="0" err="1">
                          <a:latin typeface="Arial" panose="020B0604020202020204" pitchFamily="34" charset="0"/>
                          <a:cs typeface="Arial" panose="020B0604020202020204" pitchFamily="34" charset="0"/>
                        </a:rPr>
                        <a:t>HuggingFace</a:t>
                      </a:r>
                      <a:endParaRPr lang="en-SG" sz="1000" dirty="0">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SG" sz="1000" dirty="0" err="1">
                          <a:latin typeface="Arial" panose="020B0604020202020204" pitchFamily="34" charset="0"/>
                          <a:cs typeface="Arial" panose="020B0604020202020204" pitchFamily="34" charset="0"/>
                        </a:rPr>
                        <a:t>FastAPI</a:t>
                      </a:r>
                      <a:endParaRPr lang="en-SG" sz="1000" dirty="0">
                        <a:latin typeface="Arial" panose="020B0604020202020204" pitchFamily="34" charset="0"/>
                        <a:cs typeface="Arial" panose="020B0604020202020204" pitchFamily="34" charset="0"/>
                      </a:endParaRPr>
                    </a:p>
                    <a:p>
                      <a:endParaRPr lang="en-SG" sz="10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SG"/>
                    </a:p>
                  </a:txBody>
                  <a:tcPr/>
                </a:tc>
                <a:tc vMerge="1">
                  <a:txBody>
                    <a:bodyPr/>
                    <a:lstStyle/>
                    <a:p>
                      <a:endParaRPr lang="en-SG" sz="1000">
                        <a:latin typeface="Arial" panose="020B0604020202020204" pitchFamily="34" charset="0"/>
                        <a:cs typeface="Arial" panose="020B0604020202020204" pitchFamily="34" charset="0"/>
                      </a:endParaRPr>
                    </a:p>
                  </a:txBody>
                  <a:tcPr/>
                </a:tc>
                <a:tc vMerge="1">
                  <a:txBody>
                    <a:bodyPr/>
                    <a:lstStyle/>
                    <a:p>
                      <a:endParaRPr lang="en-SG" sz="1000" dirty="0">
                        <a:latin typeface="Arial" panose="020B0604020202020204" pitchFamily="34" charset="0"/>
                        <a:cs typeface="Arial" panose="020B0604020202020204" pitchFamily="34" charset="0"/>
                      </a:endParaRPr>
                    </a:p>
                  </a:txBody>
                  <a:tcPr/>
                </a:tc>
                <a:tc>
                  <a:txBody>
                    <a:bodyPr/>
                    <a:lstStyle/>
                    <a:p>
                      <a:r>
                        <a:rPr lang="en-US" sz="1000" b="1" dirty="0">
                          <a:latin typeface="Arial" panose="020B0604020202020204" pitchFamily="34" charset="0"/>
                          <a:cs typeface="Arial" panose="020B0604020202020204" pitchFamily="34" charset="0"/>
                        </a:rPr>
                        <a:t>Data Integration</a:t>
                      </a:r>
                    </a:p>
                    <a:p>
                      <a:r>
                        <a:rPr lang="en-SG" sz="1000" dirty="0">
                          <a:latin typeface="Arial" panose="020B0604020202020204" pitchFamily="34" charset="0"/>
                          <a:cs typeface="Arial" panose="020B0604020202020204" pitchFamily="34" charset="0"/>
                        </a:rPr>
                        <a:t>Data integration is not required as it is from a single 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0" b="1" dirty="0">
                          <a:latin typeface="Arial" panose="020B0604020202020204" pitchFamily="34" charset="0"/>
                          <a:cs typeface="Arial" panose="020B0604020202020204" pitchFamily="34" charset="0"/>
                        </a:rPr>
                        <a:t>Explorative Data Analysis</a:t>
                      </a:r>
                    </a:p>
                    <a:p>
                      <a:r>
                        <a:rPr lang="en-US" sz="1000" dirty="0">
                          <a:latin typeface="Arial" panose="020B0604020202020204" pitchFamily="34" charset="0"/>
                          <a:cs typeface="Arial" panose="020B0604020202020204" pitchFamily="34" charset="0"/>
                        </a:rPr>
                        <a:t>We only use papers from ‘</a:t>
                      </a:r>
                      <a:r>
                        <a:rPr lang="en-US" sz="1000" dirty="0" err="1">
                          <a:latin typeface="Arial" panose="020B0604020202020204" pitchFamily="34" charset="0"/>
                          <a:cs typeface="Arial" panose="020B0604020202020204" pitchFamily="34" charset="0"/>
                        </a:rPr>
                        <a:t>cs.ai</a:t>
                      </a:r>
                      <a:r>
                        <a:rPr lang="en-US" sz="1000" dirty="0">
                          <a:latin typeface="Arial" panose="020B0604020202020204" pitchFamily="34" charset="0"/>
                          <a:cs typeface="Arial" panose="020B0604020202020204" pitchFamily="34" charset="0"/>
                        </a:rPr>
                        <a:t>’ category. The data is clean and doesn’t require EDA.</a:t>
                      </a:r>
                    </a:p>
                    <a:p>
                      <a:endParaRPr lang="en-SG" sz="10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01979306"/>
                  </a:ext>
                </a:extLst>
              </a:tr>
            </a:tbl>
          </a:graphicData>
        </a:graphic>
      </p:graphicFrame>
      <p:sp>
        <p:nvSpPr>
          <p:cNvPr id="3" name="TextBox 2">
            <a:extLst>
              <a:ext uri="{FF2B5EF4-FFF2-40B4-BE49-F238E27FC236}">
                <a16:creationId xmlns:a16="http://schemas.microsoft.com/office/drawing/2014/main" id="{FFCB7F19-0F7E-388B-396D-D87F36107BA0}"/>
              </a:ext>
            </a:extLst>
          </p:cNvPr>
          <p:cNvSpPr txBox="1"/>
          <p:nvPr/>
        </p:nvSpPr>
        <p:spPr>
          <a:xfrm>
            <a:off x="-13446" y="6637242"/>
            <a:ext cx="6096000" cy="246221"/>
          </a:xfrm>
          <a:prstGeom prst="rect">
            <a:avLst/>
          </a:prstGeom>
          <a:noFill/>
        </p:spPr>
        <p:txBody>
          <a:bodyPr wrap="square">
            <a:spAutoFit/>
          </a:bodyPr>
          <a:lstStyle/>
          <a:p>
            <a:r>
              <a:rPr lang="en-SG" sz="1000"/>
              <a:t>Adopted from: </a:t>
            </a:r>
            <a:r>
              <a:rPr lang="en-SG" sz="1000">
                <a:hlinkClick r:id="rId2">
                  <a:extLst>
                    <a:ext uri="{A12FA001-AC4F-418D-AE19-62706E023703}">
                      <ahyp:hlinkClr xmlns:ahyp="http://schemas.microsoft.com/office/drawing/2018/hyperlinkcolor" val="tx"/>
                    </a:ext>
                  </a:extLst>
                </a:hlinkClick>
              </a:rPr>
              <a:t>https://github.com/tomalytics/datasciencecanvas</a:t>
            </a:r>
            <a:endParaRPr lang="en-SG" sz="1000"/>
          </a:p>
        </p:txBody>
      </p:sp>
    </p:spTree>
    <p:extLst>
      <p:ext uri="{BB962C8B-B14F-4D97-AF65-F5344CB8AC3E}">
        <p14:creationId xmlns:p14="http://schemas.microsoft.com/office/powerpoint/2010/main" val="73760142"/>
      </p:ext>
    </p:extLst>
  </p:cSld>
  <p:clrMapOvr>
    <a:masterClrMapping/>
  </p:clrMapOvr>
</p:sld>
</file>

<file path=ppt/theme/theme1.xml><?xml version="1.0" encoding="utf-8"?>
<a:theme xmlns:a="http://schemas.openxmlformats.org/drawingml/2006/main" name="Chroma">
  <a:themeElements>
    <a:clrScheme name="Chroma">
      <a:dk1>
        <a:srgbClr val="131313"/>
      </a:dk1>
      <a:lt1>
        <a:sysClr val="window" lastClr="FFFFFF"/>
      </a:lt1>
      <a:dk2>
        <a:srgbClr val="0C233A"/>
      </a:dk2>
      <a:lt2>
        <a:srgbClr val="F5FAFD"/>
      </a:lt2>
      <a:accent1>
        <a:srgbClr val="4485DC"/>
      </a:accent1>
      <a:accent2>
        <a:srgbClr val="25AAD5"/>
      </a:accent2>
      <a:accent3>
        <a:srgbClr val="5BBEAC"/>
      </a:accent3>
      <a:accent4>
        <a:srgbClr val="6666E2"/>
      </a:accent4>
      <a:accent5>
        <a:srgbClr val="66C26C"/>
      </a:accent5>
      <a:accent6>
        <a:srgbClr val="10CF9B"/>
      </a:accent6>
      <a:hlink>
        <a:srgbClr val="4485DC"/>
      </a:hlink>
      <a:folHlink>
        <a:srgbClr val="25AAD5"/>
      </a:folHlink>
    </a:clrScheme>
    <a:fontScheme name="Custom 2">
      <a:majorFont>
        <a:latin typeface="Aptos Light"/>
        <a:ea typeface=""/>
        <a:cs typeface=""/>
      </a:majorFont>
      <a:minorFont>
        <a:latin typeface="Apto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hroma" id="{DC2B181E-9B25-4FFB-A269-A81149E37B96}" vid="{FD28A279-D9A1-4F6C-9122-D382EE67827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1765D7D-D5CE-4522-8099-745D903F48D3}">
  <ds:schemaRefs>
    <ds:schemaRef ds:uri="16c05727-aa75-4e4a-9b5f-8a80a1165891"/>
    <ds:schemaRef ds:uri="230e9df3-be65-4c73-a93b-d1236ebd677e"/>
    <ds:schemaRef ds:uri="71af3243-3dd4-4a8d-8c0d-dd76da1f02a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C75CE36B-7578-4CD8-A1EE-AB0D9EA3EA56}">
  <ds:schemaRefs>
    <ds:schemaRef ds:uri="http://schemas.microsoft.com/sharepoint/v3/contenttype/forms"/>
  </ds:schemaRefs>
</ds:datastoreItem>
</file>

<file path=customXml/itemProps3.xml><?xml version="1.0" encoding="utf-8"?>
<ds:datastoreItem xmlns:ds="http://schemas.openxmlformats.org/officeDocument/2006/customXml" ds:itemID="{9145BFBA-5402-4A2B-A3EF-0CBC5F583FFF}">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3d44f5c7-726e-45cd-b26c-3e58cddea376}" enabled="0" method="" siteId="{3d44f5c7-726e-45cd-b26c-3e58cddea376}" removed="1"/>
</clbl:labelList>
</file>

<file path=docProps/app.xml><?xml version="1.0" encoding="utf-8"?>
<Properties xmlns="http://schemas.openxmlformats.org/officeDocument/2006/extended-properties" xmlns:vt="http://schemas.openxmlformats.org/officeDocument/2006/docPropsVTypes">
  <Template>Chroma</Template>
  <TotalTime>140</TotalTime>
  <Words>2683</Words>
  <Application>Microsoft Macintosh PowerPoint</Application>
  <PresentationFormat>Widescreen</PresentationFormat>
  <Paragraphs>359</Paragraphs>
  <Slides>23</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Aptos</vt:lpstr>
      <vt:lpstr>Aptos Light</vt:lpstr>
      <vt:lpstr>Arial</vt:lpstr>
      <vt:lpstr>Calibri</vt:lpstr>
      <vt:lpstr>Chroma</vt:lpstr>
      <vt:lpstr>Research Paper Recommendation using Fine-Tuned Sentence Transformer</vt:lpstr>
      <vt:lpstr> Problem Statement</vt:lpstr>
      <vt:lpstr>Problem Statement</vt:lpstr>
      <vt:lpstr>Dataset</vt:lpstr>
      <vt:lpstr>Dataset Details</vt:lpstr>
      <vt:lpstr>Data Preparation</vt:lpstr>
      <vt:lpstr>Modelling</vt:lpstr>
      <vt:lpstr>Baseline 1 – TF-IDF</vt:lpstr>
      <vt:lpstr>Baseline 2 – all-minilm-l6-v2</vt:lpstr>
      <vt:lpstr>Finetuning  all-minilm-l6-v2 – ada-002 distillation</vt:lpstr>
      <vt:lpstr>Finetuning  all-minilm-l6-v2 using LLM as Judge</vt:lpstr>
      <vt:lpstr>Training Curve – ada-002 distillation</vt:lpstr>
      <vt:lpstr>Evaluation</vt:lpstr>
      <vt:lpstr>Metrics</vt:lpstr>
      <vt:lpstr>PowerPoint Presentation</vt:lpstr>
      <vt:lpstr>Deployment</vt:lpstr>
      <vt:lpstr>Deployment Architecture</vt:lpstr>
      <vt:lpstr>PowerPoint Presentation</vt:lpstr>
      <vt:lpstr>Limitations</vt:lpstr>
      <vt:lpstr>Limitations</vt:lpstr>
      <vt:lpstr>Contributions</vt:lpstr>
      <vt:lpstr>Contributions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lastModifiedBy>Amirthalingam Rajasundar</cp:lastModifiedBy>
  <cp:revision>5</cp:revision>
  <dcterms:created xsi:type="dcterms:W3CDTF">2025-08-21T22:55:37Z</dcterms:created>
  <dcterms:modified xsi:type="dcterms:W3CDTF">2025-12-02T17:31:24Z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